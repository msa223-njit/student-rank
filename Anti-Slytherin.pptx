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70" r:id="rId13"/>
    <p:sldId id="272" r:id="rId14"/>
    <p:sldId id="273" r:id="rId15"/>
    <p:sldId id="274" r:id="rId16"/>
    <p:sldId id="275" r:id="rId17"/>
    <p:sldId id="276" r:id="rId18"/>
    <p:sldId id="279" r:id="rId19"/>
    <p:sldId id="280" r:id="rId20"/>
    <p:sldId id="283" r:id="rId21"/>
    <p:sldId id="284" r:id="rId22"/>
    <p:sldId id="285" r:id="rId23"/>
    <p:sldId id="286" r:id="rId24"/>
    <p:sldId id="289" r:id="rId25"/>
    <p:sldId id="290" r:id="rId26"/>
    <p:sldId id="288" r:id="rId27"/>
    <p:sldId id="287" r:id="rId28"/>
    <p:sldId id="29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739"/>
    <a:srgbClr val="602EA2"/>
    <a:srgbClr val="7579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840B1-0D32-4D8B-B979-1F575E6FF5B9}" v="2089" dt="2026-02-20T16:29:08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tt, Mark S" userId="e17e4e97-5339-47f5-b773-b68002e504ff" providerId="ADAL" clId="{0E5D829F-6AA9-4B32-BBEE-F5EE6CBEE43B}"/>
    <pc:docChg chg="undo custSel addSld delSld modSld">
      <pc:chgData name="Annett, Mark S" userId="e17e4e97-5339-47f5-b773-b68002e504ff" providerId="ADAL" clId="{0E5D829F-6AA9-4B32-BBEE-F5EE6CBEE43B}" dt="2026-02-20T16:29:08.450" v="3656"/>
      <pc:docMkLst>
        <pc:docMk/>
      </pc:docMkLst>
      <pc:sldChg chg="add del">
        <pc:chgData name="Annett, Mark S" userId="e17e4e97-5339-47f5-b773-b68002e504ff" providerId="ADAL" clId="{0E5D829F-6AA9-4B32-BBEE-F5EE6CBEE43B}" dt="2026-02-20T13:39:19.301" v="2886" actId="2696"/>
        <pc:sldMkLst>
          <pc:docMk/>
          <pc:sldMk cId="3724580210" sldId="256"/>
        </pc:sldMkLst>
      </pc:sldChg>
      <pc:sldChg chg="modSp">
        <pc:chgData name="Annett, Mark S" userId="e17e4e97-5339-47f5-b773-b68002e504ff" providerId="ADAL" clId="{0E5D829F-6AA9-4B32-BBEE-F5EE6CBEE43B}" dt="2026-02-20T13:35:00.795" v="2669" actId="1076"/>
        <pc:sldMkLst>
          <pc:docMk/>
          <pc:sldMk cId="51536839" sldId="257"/>
        </pc:sldMkLst>
        <pc:spChg chg="mod">
          <ac:chgData name="Annett, Mark S" userId="e17e4e97-5339-47f5-b773-b68002e504ff" providerId="ADAL" clId="{0E5D829F-6AA9-4B32-BBEE-F5EE6CBEE43B}" dt="2026-02-20T13:35:00.795" v="2669" actId="1076"/>
          <ac:spMkLst>
            <pc:docMk/>
            <pc:sldMk cId="51536839" sldId="257"/>
            <ac:spMk id="5" creationId="{CE2FA37D-6084-8A09-30D3-173BACC4E635}"/>
          </ac:spMkLst>
        </pc:spChg>
        <pc:grpChg chg="mod">
          <ac:chgData name="Annett, Mark S" userId="e17e4e97-5339-47f5-b773-b68002e504ff" providerId="ADAL" clId="{0E5D829F-6AA9-4B32-BBEE-F5EE6CBEE43B}" dt="2026-02-20T13:35:00.795" v="2669" actId="1076"/>
          <ac:grpSpMkLst>
            <pc:docMk/>
            <pc:sldMk cId="51536839" sldId="257"/>
            <ac:grpSpMk id="6" creationId="{53B55ED5-E124-E990-7078-A4E48DD0358D}"/>
          </ac:grpSpMkLst>
        </pc:grpChg>
        <pc:picChg chg="mod">
          <ac:chgData name="Annett, Mark S" userId="e17e4e97-5339-47f5-b773-b68002e504ff" providerId="ADAL" clId="{0E5D829F-6AA9-4B32-BBEE-F5EE6CBEE43B}" dt="2026-02-20T13:35:00.795" v="2669" actId="1076"/>
          <ac:picMkLst>
            <pc:docMk/>
            <pc:sldMk cId="51536839" sldId="257"/>
            <ac:picMk id="4" creationId="{0FB394FB-77CD-5A51-27A7-9B6A91D784FA}"/>
          </ac:picMkLst>
        </pc:picChg>
      </pc:sldChg>
      <pc:sldChg chg="modSp">
        <pc:chgData name="Annett, Mark S" userId="e17e4e97-5339-47f5-b773-b68002e504ff" providerId="ADAL" clId="{0E5D829F-6AA9-4B32-BBEE-F5EE6CBEE43B}" dt="2026-02-20T14:41:54.069" v="3138" actId="20577"/>
        <pc:sldMkLst>
          <pc:docMk/>
          <pc:sldMk cId="2105387636" sldId="258"/>
        </pc:sldMkLst>
        <pc:spChg chg="mod">
          <ac:chgData name="Annett, Mark S" userId="e17e4e97-5339-47f5-b773-b68002e504ff" providerId="ADAL" clId="{0E5D829F-6AA9-4B32-BBEE-F5EE6CBEE43B}" dt="2026-02-20T14:41:54.069" v="3138" actId="20577"/>
          <ac:spMkLst>
            <pc:docMk/>
            <pc:sldMk cId="2105387636" sldId="258"/>
            <ac:spMk id="3" creationId="{983127F0-C46A-DAEA-B3AA-53EFD97EB1EB}"/>
          </ac:spMkLst>
        </pc:spChg>
      </pc:sldChg>
      <pc:sldChg chg="modSp addAnim delAnim modAnim">
        <pc:chgData name="Annett, Mark S" userId="e17e4e97-5339-47f5-b773-b68002e504ff" providerId="ADAL" clId="{0E5D829F-6AA9-4B32-BBEE-F5EE6CBEE43B}" dt="2026-02-20T15:08:42.611" v="3330" actId="20577"/>
        <pc:sldMkLst>
          <pc:docMk/>
          <pc:sldMk cId="3777726381" sldId="259"/>
        </pc:sldMkLst>
        <pc:spChg chg="mod">
          <ac:chgData name="Annett, Mark S" userId="e17e4e97-5339-47f5-b773-b68002e504ff" providerId="ADAL" clId="{0E5D829F-6AA9-4B32-BBEE-F5EE6CBEE43B}" dt="2026-02-20T15:08:42.611" v="3330" actId="20577"/>
          <ac:spMkLst>
            <pc:docMk/>
            <pc:sldMk cId="3777726381" sldId="259"/>
            <ac:spMk id="3" creationId="{E848B96F-7926-A054-3EAC-BADEC3CB5162}"/>
          </ac:spMkLst>
        </pc:spChg>
        <pc:picChg chg="mod">
          <ac:chgData name="Annett, Mark S" userId="e17e4e97-5339-47f5-b773-b68002e504ff" providerId="ADAL" clId="{0E5D829F-6AA9-4B32-BBEE-F5EE6CBEE43B}" dt="2026-02-19T23:29:09.970" v="1577" actId="1076"/>
          <ac:picMkLst>
            <pc:docMk/>
            <pc:sldMk cId="3777726381" sldId="259"/>
            <ac:picMk id="1026" creationId="{EA9AA3E9-3934-D3CB-742E-7F4AE9D42D42}"/>
          </ac:picMkLst>
        </pc:picChg>
      </pc:sldChg>
      <pc:sldChg chg="addSp modSp mod addAnim delAnim modAnim">
        <pc:chgData name="Annett, Mark S" userId="e17e4e97-5339-47f5-b773-b68002e504ff" providerId="ADAL" clId="{0E5D829F-6AA9-4B32-BBEE-F5EE6CBEE43B}" dt="2026-02-20T14:50:05.336" v="3278"/>
        <pc:sldMkLst>
          <pc:docMk/>
          <pc:sldMk cId="1697146465" sldId="260"/>
        </pc:sldMkLst>
        <pc:spChg chg="add mod">
          <ac:chgData name="Annett, Mark S" userId="e17e4e97-5339-47f5-b773-b68002e504ff" providerId="ADAL" clId="{0E5D829F-6AA9-4B32-BBEE-F5EE6CBEE43B}" dt="2026-02-20T14:49:24.792" v="3275" actId="554"/>
          <ac:spMkLst>
            <pc:docMk/>
            <pc:sldMk cId="1697146465" sldId="260"/>
            <ac:spMk id="10" creationId="{660A057E-3A4C-D0FD-9E4D-9746E13EB683}"/>
          </ac:spMkLst>
        </pc:spChg>
        <pc:spChg chg="add mod">
          <ac:chgData name="Annett, Mark S" userId="e17e4e97-5339-47f5-b773-b68002e504ff" providerId="ADAL" clId="{0E5D829F-6AA9-4B32-BBEE-F5EE6CBEE43B}" dt="2026-02-20T14:49:24.792" v="3275" actId="554"/>
          <ac:spMkLst>
            <pc:docMk/>
            <pc:sldMk cId="1697146465" sldId="260"/>
            <ac:spMk id="11" creationId="{7971C80B-8FA3-1C6D-1503-1C74966DABA3}"/>
          </ac:spMkLst>
        </pc:spChg>
      </pc:sldChg>
      <pc:sldChg chg="modSp">
        <pc:chgData name="Annett, Mark S" userId="e17e4e97-5339-47f5-b773-b68002e504ff" providerId="ADAL" clId="{0E5D829F-6AA9-4B32-BBEE-F5EE6CBEE43B}" dt="2026-02-20T15:10:27.999" v="3337" actId="20577"/>
        <pc:sldMkLst>
          <pc:docMk/>
          <pc:sldMk cId="2991063642" sldId="261"/>
        </pc:sldMkLst>
        <pc:spChg chg="mod">
          <ac:chgData name="Annett, Mark S" userId="e17e4e97-5339-47f5-b773-b68002e504ff" providerId="ADAL" clId="{0E5D829F-6AA9-4B32-BBEE-F5EE6CBEE43B}" dt="2026-02-20T15:10:27.999" v="3337" actId="20577"/>
          <ac:spMkLst>
            <pc:docMk/>
            <pc:sldMk cId="2991063642" sldId="261"/>
            <ac:spMk id="3" creationId="{F7065E15-3256-903C-6131-8605C8D8FFAF}"/>
          </ac:spMkLst>
        </pc:spChg>
      </pc:sldChg>
      <pc:sldChg chg="addSp modSp modAnim">
        <pc:chgData name="Annett, Mark S" userId="e17e4e97-5339-47f5-b773-b68002e504ff" providerId="ADAL" clId="{0E5D829F-6AA9-4B32-BBEE-F5EE6CBEE43B}" dt="2026-02-20T15:26:28.473" v="3407" actId="20577"/>
        <pc:sldMkLst>
          <pc:docMk/>
          <pc:sldMk cId="3162710304" sldId="262"/>
        </pc:sldMkLst>
        <pc:spChg chg="mod">
          <ac:chgData name="Annett, Mark S" userId="e17e4e97-5339-47f5-b773-b68002e504ff" providerId="ADAL" clId="{0E5D829F-6AA9-4B32-BBEE-F5EE6CBEE43B}" dt="2026-02-20T14:52:40.962" v="3313" actId="20577"/>
          <ac:spMkLst>
            <pc:docMk/>
            <pc:sldMk cId="3162710304" sldId="262"/>
            <ac:spMk id="2" creationId="{361DA136-B2A0-01FA-255C-3AEC156033BF}"/>
          </ac:spMkLst>
        </pc:spChg>
        <pc:spChg chg="mod">
          <ac:chgData name="Annett, Mark S" userId="e17e4e97-5339-47f5-b773-b68002e504ff" providerId="ADAL" clId="{0E5D829F-6AA9-4B32-BBEE-F5EE6CBEE43B}" dt="2026-02-20T15:26:28.473" v="3407" actId="20577"/>
          <ac:spMkLst>
            <pc:docMk/>
            <pc:sldMk cId="3162710304" sldId="262"/>
            <ac:spMk id="3" creationId="{D28E839A-E4A2-FC48-508A-FD94726F2072}"/>
          </ac:spMkLst>
        </pc:spChg>
        <pc:spChg chg="add mod">
          <ac:chgData name="Annett, Mark S" userId="e17e4e97-5339-47f5-b773-b68002e504ff" providerId="ADAL" clId="{0E5D829F-6AA9-4B32-BBEE-F5EE6CBEE43B}" dt="2026-02-20T14:51:51.034" v="3304"/>
          <ac:spMkLst>
            <pc:docMk/>
            <pc:sldMk cId="3162710304" sldId="262"/>
            <ac:spMk id="7" creationId="{62EE9E49-BD56-65B7-E0C5-A97FFFAA10A7}"/>
          </ac:spMkLst>
        </pc:spChg>
      </pc:sldChg>
      <pc:sldChg chg="modSp mod addAnim delAnim">
        <pc:chgData name="Annett, Mark S" userId="e17e4e97-5339-47f5-b773-b68002e504ff" providerId="ADAL" clId="{0E5D829F-6AA9-4B32-BBEE-F5EE6CBEE43B}" dt="2026-02-20T15:16:25.126" v="3364" actId="27636"/>
        <pc:sldMkLst>
          <pc:docMk/>
          <pc:sldMk cId="1500067331" sldId="263"/>
        </pc:sldMkLst>
        <pc:spChg chg="mod">
          <ac:chgData name="Annett, Mark S" userId="e17e4e97-5339-47f5-b773-b68002e504ff" providerId="ADAL" clId="{0E5D829F-6AA9-4B32-BBEE-F5EE6CBEE43B}" dt="2026-02-20T15:16:25.126" v="3364" actId="27636"/>
          <ac:spMkLst>
            <pc:docMk/>
            <pc:sldMk cId="1500067331" sldId="263"/>
            <ac:spMk id="6" creationId="{8C950808-FDF9-6BB7-BDF1-2F7D5A696C4D}"/>
          </ac:spMkLst>
        </pc:spChg>
      </pc:sldChg>
      <pc:sldChg chg="addAnim delAnim modAnim">
        <pc:chgData name="Annett, Mark S" userId="e17e4e97-5339-47f5-b773-b68002e504ff" providerId="ADAL" clId="{0E5D829F-6AA9-4B32-BBEE-F5EE6CBEE43B}" dt="2026-02-20T15:20:28.265" v="3375"/>
        <pc:sldMkLst>
          <pc:docMk/>
          <pc:sldMk cId="3171000576" sldId="265"/>
        </pc:sldMkLst>
      </pc:sldChg>
      <pc:sldChg chg="del">
        <pc:chgData name="Annett, Mark S" userId="e17e4e97-5339-47f5-b773-b68002e504ff" providerId="ADAL" clId="{0E5D829F-6AA9-4B32-BBEE-F5EE6CBEE43B}" dt="2026-02-19T21:25:52.681" v="463" actId="47"/>
        <pc:sldMkLst>
          <pc:docMk/>
          <pc:sldMk cId="1809860992" sldId="266"/>
        </pc:sldMkLst>
      </pc:sldChg>
      <pc:sldChg chg="addSp modSp mod modAnim">
        <pc:chgData name="Annett, Mark S" userId="e17e4e97-5339-47f5-b773-b68002e504ff" providerId="ADAL" clId="{0E5D829F-6AA9-4B32-BBEE-F5EE6CBEE43B}" dt="2026-02-20T15:28:49.279" v="3426"/>
        <pc:sldMkLst>
          <pc:docMk/>
          <pc:sldMk cId="2761209292" sldId="267"/>
        </pc:sldMkLst>
        <pc:spChg chg="mod">
          <ac:chgData name="Annett, Mark S" userId="e17e4e97-5339-47f5-b773-b68002e504ff" providerId="ADAL" clId="{0E5D829F-6AA9-4B32-BBEE-F5EE6CBEE43B}" dt="2026-02-20T15:22:42.758" v="3376" actId="208"/>
          <ac:spMkLst>
            <pc:docMk/>
            <pc:sldMk cId="2761209292" sldId="267"/>
            <ac:spMk id="3" creationId="{E3C6E314-6B5E-A197-47C1-59C1EF4C5C60}"/>
          </ac:spMkLst>
        </pc:spChg>
        <pc:spChg chg="add mod">
          <ac:chgData name="Annett, Mark S" userId="e17e4e97-5339-47f5-b773-b68002e504ff" providerId="ADAL" clId="{0E5D829F-6AA9-4B32-BBEE-F5EE6CBEE43B}" dt="2026-02-20T15:23:25.886" v="3382" actId="14100"/>
          <ac:spMkLst>
            <pc:docMk/>
            <pc:sldMk cId="2761209292" sldId="267"/>
            <ac:spMk id="6" creationId="{50F6F984-9615-5ECD-094C-580E096842BB}"/>
          </ac:spMkLst>
        </pc:spChg>
        <pc:spChg chg="add mod">
          <ac:chgData name="Annett, Mark S" userId="e17e4e97-5339-47f5-b773-b68002e504ff" providerId="ADAL" clId="{0E5D829F-6AA9-4B32-BBEE-F5EE6CBEE43B}" dt="2026-02-20T15:28:23.208" v="3425" actId="3064"/>
          <ac:spMkLst>
            <pc:docMk/>
            <pc:sldMk cId="2761209292" sldId="267"/>
            <ac:spMk id="7" creationId="{73E1FD53-0539-DDD6-8A00-F391C89DD300}"/>
          </ac:spMkLst>
        </pc:spChg>
        <pc:picChg chg="add mod">
          <ac:chgData name="Annett, Mark S" userId="e17e4e97-5339-47f5-b773-b68002e504ff" providerId="ADAL" clId="{0E5D829F-6AA9-4B32-BBEE-F5EE6CBEE43B}" dt="2026-02-19T21:20:56.786" v="443" actId="1037"/>
          <ac:picMkLst>
            <pc:docMk/>
            <pc:sldMk cId="2761209292" sldId="267"/>
            <ac:picMk id="5" creationId="{C5C174D2-AD40-E0C9-02E5-45004061885A}"/>
          </ac:picMkLst>
        </pc:picChg>
      </pc:sldChg>
      <pc:sldChg chg="addSp modSp mod modAnim">
        <pc:chgData name="Annett, Mark S" userId="e17e4e97-5339-47f5-b773-b68002e504ff" providerId="ADAL" clId="{0E5D829F-6AA9-4B32-BBEE-F5EE6CBEE43B}" dt="2026-02-20T15:31:05.190" v="3436" actId="170"/>
        <pc:sldMkLst>
          <pc:docMk/>
          <pc:sldMk cId="2926434158" sldId="268"/>
        </pc:sldMkLst>
        <pc:spChg chg="ord">
          <ac:chgData name="Annett, Mark S" userId="e17e4e97-5339-47f5-b773-b68002e504ff" providerId="ADAL" clId="{0E5D829F-6AA9-4B32-BBEE-F5EE6CBEE43B}" dt="2026-02-20T15:31:05.190" v="3436" actId="170"/>
          <ac:spMkLst>
            <pc:docMk/>
            <pc:sldMk cId="2926434158" sldId="268"/>
            <ac:spMk id="3" creationId="{162713BA-1363-D60D-F928-E393E0F8B1F1}"/>
          </ac:spMkLst>
        </pc:spChg>
        <pc:spChg chg="add mod">
          <ac:chgData name="Annett, Mark S" userId="e17e4e97-5339-47f5-b773-b68002e504ff" providerId="ADAL" clId="{0E5D829F-6AA9-4B32-BBEE-F5EE6CBEE43B}" dt="2026-02-20T15:30:03.533" v="3427"/>
          <ac:spMkLst>
            <pc:docMk/>
            <pc:sldMk cId="2926434158" sldId="268"/>
            <ac:spMk id="6" creationId="{3BA3FA8A-FD3D-1891-9F4D-E826009E0C7D}"/>
          </ac:spMkLst>
        </pc:spChg>
        <pc:spChg chg="add mod">
          <ac:chgData name="Annett, Mark S" userId="e17e4e97-5339-47f5-b773-b68002e504ff" providerId="ADAL" clId="{0E5D829F-6AA9-4B32-BBEE-F5EE6CBEE43B}" dt="2026-02-20T15:30:20.672" v="3428"/>
          <ac:spMkLst>
            <pc:docMk/>
            <pc:sldMk cId="2926434158" sldId="268"/>
            <ac:spMk id="8" creationId="{ACA12FDE-876B-7360-02E0-1175CB7B1FED}"/>
          </ac:spMkLst>
        </pc:spChg>
        <pc:spChg chg="add mod">
          <ac:chgData name="Annett, Mark S" userId="e17e4e97-5339-47f5-b773-b68002e504ff" providerId="ADAL" clId="{0E5D829F-6AA9-4B32-BBEE-F5EE6CBEE43B}" dt="2026-02-20T15:30:46.858" v="3430"/>
          <ac:spMkLst>
            <pc:docMk/>
            <pc:sldMk cId="2926434158" sldId="268"/>
            <ac:spMk id="9" creationId="{615E0BAB-496B-4301-9176-96137A029FFD}"/>
          </ac:spMkLst>
        </pc:spChg>
        <pc:spChg chg="add mod">
          <ac:chgData name="Annett, Mark S" userId="e17e4e97-5339-47f5-b773-b68002e504ff" providerId="ADAL" clId="{0E5D829F-6AA9-4B32-BBEE-F5EE6CBEE43B}" dt="2026-02-20T15:30:46.858" v="3430"/>
          <ac:spMkLst>
            <pc:docMk/>
            <pc:sldMk cId="2926434158" sldId="268"/>
            <ac:spMk id="11" creationId="{806C1084-BC62-345F-05E4-BDF8EB9ED769}"/>
          </ac:spMkLst>
        </pc:spChg>
        <pc:spChg chg="add mod">
          <ac:chgData name="Annett, Mark S" userId="e17e4e97-5339-47f5-b773-b68002e504ff" providerId="ADAL" clId="{0E5D829F-6AA9-4B32-BBEE-F5EE6CBEE43B}" dt="2026-02-20T15:30:46.858" v="3430"/>
          <ac:spMkLst>
            <pc:docMk/>
            <pc:sldMk cId="2926434158" sldId="268"/>
            <ac:spMk id="12" creationId="{FB790E84-1CE1-4748-2FB8-D828412FAFC5}"/>
          </ac:spMkLst>
        </pc:spChg>
        <pc:picChg chg="add mod">
          <ac:chgData name="Annett, Mark S" userId="e17e4e97-5339-47f5-b773-b68002e504ff" providerId="ADAL" clId="{0E5D829F-6AA9-4B32-BBEE-F5EE6CBEE43B}" dt="2026-02-19T21:21:03.652" v="444"/>
          <ac:picMkLst>
            <pc:docMk/>
            <pc:sldMk cId="2926434158" sldId="268"/>
            <ac:picMk id="5" creationId="{DC242DED-806B-3A0A-298D-EB372033195A}"/>
          </ac:picMkLst>
        </pc:picChg>
        <pc:picChg chg="add mod">
          <ac:chgData name="Annett, Mark S" userId="e17e4e97-5339-47f5-b773-b68002e504ff" providerId="ADAL" clId="{0E5D829F-6AA9-4B32-BBEE-F5EE6CBEE43B}" dt="2026-02-20T15:30:20.672" v="3428"/>
          <ac:picMkLst>
            <pc:docMk/>
            <pc:sldMk cId="2926434158" sldId="268"/>
            <ac:picMk id="7" creationId="{2E846BC7-FFA9-25C0-F3AA-0E9AC7ECC6B8}"/>
          </ac:picMkLst>
        </pc:picChg>
      </pc:sldChg>
      <pc:sldChg chg="addSp modSp del">
        <pc:chgData name="Annett, Mark S" userId="e17e4e97-5339-47f5-b773-b68002e504ff" providerId="ADAL" clId="{0E5D829F-6AA9-4B32-BBEE-F5EE6CBEE43B}" dt="2026-02-19T21:25:52.681" v="463" actId="47"/>
        <pc:sldMkLst>
          <pc:docMk/>
          <pc:sldMk cId="90719363" sldId="269"/>
        </pc:sldMkLst>
        <pc:picChg chg="add mod">
          <ac:chgData name="Annett, Mark S" userId="e17e4e97-5339-47f5-b773-b68002e504ff" providerId="ADAL" clId="{0E5D829F-6AA9-4B32-BBEE-F5EE6CBEE43B}" dt="2026-02-19T21:21:33.688" v="448"/>
          <ac:picMkLst>
            <pc:docMk/>
            <pc:sldMk cId="90719363" sldId="269"/>
            <ac:picMk id="3" creationId="{8C83A0C4-A5A0-6470-EC56-B28A49A891B3}"/>
          </ac:picMkLst>
        </pc:picChg>
      </pc:sldChg>
      <pc:sldChg chg="addSp modSp mod addAnim delAnim modAnim">
        <pc:chgData name="Annett, Mark S" userId="e17e4e97-5339-47f5-b773-b68002e504ff" providerId="ADAL" clId="{0E5D829F-6AA9-4B32-BBEE-F5EE6CBEE43B}" dt="2026-02-20T15:43:13.430" v="3467"/>
        <pc:sldMkLst>
          <pc:docMk/>
          <pc:sldMk cId="3000886453" sldId="270"/>
        </pc:sldMkLst>
        <pc:spChg chg="add mod ord">
          <ac:chgData name="Annett, Mark S" userId="e17e4e97-5339-47f5-b773-b68002e504ff" providerId="ADAL" clId="{0E5D829F-6AA9-4B32-BBEE-F5EE6CBEE43B}" dt="2026-02-20T15:33:06.009" v="3442" actId="170"/>
          <ac:spMkLst>
            <pc:docMk/>
            <pc:sldMk cId="3000886453" sldId="270"/>
            <ac:spMk id="11" creationId="{430DFBFB-E505-89A5-B439-5486C19304F1}"/>
          </ac:spMkLst>
        </pc:spChg>
        <pc:picChg chg="add mod">
          <ac:chgData name="Annett, Mark S" userId="e17e4e97-5339-47f5-b773-b68002e504ff" providerId="ADAL" clId="{0E5D829F-6AA9-4B32-BBEE-F5EE6CBEE43B}" dt="2026-02-19T21:07:49.606" v="94" actId="1038"/>
          <ac:picMkLst>
            <pc:docMk/>
            <pc:sldMk cId="3000886453" sldId="270"/>
            <ac:picMk id="6" creationId="{8FEF2E60-091E-CBAA-D0F6-6CA6B976B07B}"/>
          </ac:picMkLst>
        </pc:picChg>
        <pc:picChg chg="add mod">
          <ac:chgData name="Annett, Mark S" userId="e17e4e97-5339-47f5-b773-b68002e504ff" providerId="ADAL" clId="{0E5D829F-6AA9-4B32-BBEE-F5EE6CBEE43B}" dt="2026-02-19T21:07:43.191" v="90" actId="1037"/>
          <ac:picMkLst>
            <pc:docMk/>
            <pc:sldMk cId="3000886453" sldId="270"/>
            <ac:picMk id="7" creationId="{FA5A4441-CD83-836E-AE57-E30D912F385F}"/>
          </ac:picMkLst>
        </pc:picChg>
        <pc:picChg chg="add mod">
          <ac:chgData name="Annett, Mark S" userId="e17e4e97-5339-47f5-b773-b68002e504ff" providerId="ADAL" clId="{0E5D829F-6AA9-4B32-BBEE-F5EE6CBEE43B}" dt="2026-02-19T21:06:49.177" v="81" actId="732"/>
          <ac:picMkLst>
            <pc:docMk/>
            <pc:sldMk cId="3000886453" sldId="270"/>
            <ac:picMk id="8" creationId="{9988EF4D-AF66-E40E-6B30-278F736C70AC}"/>
          </ac:picMkLst>
        </pc:picChg>
        <pc:picChg chg="add mod">
          <ac:chgData name="Annett, Mark S" userId="e17e4e97-5339-47f5-b773-b68002e504ff" providerId="ADAL" clId="{0E5D829F-6AA9-4B32-BBEE-F5EE6CBEE43B}" dt="2026-02-19T21:21:15.015" v="445"/>
          <ac:picMkLst>
            <pc:docMk/>
            <pc:sldMk cId="3000886453" sldId="270"/>
            <ac:picMk id="9" creationId="{77E473C2-EAFE-FBD9-E4A5-657F5E0EABBB}"/>
          </ac:picMkLst>
        </pc:picChg>
      </pc:sldChg>
      <pc:sldChg chg="addSp delSp modSp del mod">
        <pc:chgData name="Annett, Mark S" userId="e17e4e97-5339-47f5-b773-b68002e504ff" providerId="ADAL" clId="{0E5D829F-6AA9-4B32-BBEE-F5EE6CBEE43B}" dt="2026-02-19T21:25:52.681" v="463" actId="47"/>
        <pc:sldMkLst>
          <pc:docMk/>
          <pc:sldMk cId="47525399" sldId="271"/>
        </pc:sldMkLst>
        <pc:picChg chg="add mod">
          <ac:chgData name="Annett, Mark S" userId="e17e4e97-5339-47f5-b773-b68002e504ff" providerId="ADAL" clId="{0E5D829F-6AA9-4B32-BBEE-F5EE6CBEE43B}" dt="2026-02-19T21:20:04.158" v="431" actId="1038"/>
          <ac:picMkLst>
            <pc:docMk/>
            <pc:sldMk cId="47525399" sldId="271"/>
            <ac:picMk id="4" creationId="{6F9346B4-7795-59F6-5731-780134FA72DA}"/>
          </ac:picMkLst>
        </pc:picChg>
        <pc:picChg chg="del">
          <ac:chgData name="Annett, Mark S" userId="e17e4e97-5339-47f5-b773-b68002e504ff" providerId="ADAL" clId="{0E5D829F-6AA9-4B32-BBEE-F5EE6CBEE43B}" dt="2026-02-19T21:00:42.681" v="0" actId="478"/>
          <ac:picMkLst>
            <pc:docMk/>
            <pc:sldMk cId="47525399" sldId="271"/>
            <ac:picMk id="7170" creationId="{58465634-A2B6-C080-6EC0-398DD8E3FD30}"/>
          </ac:picMkLst>
        </pc:picChg>
        <pc:picChg chg="add mod">
          <ac:chgData name="Annett, Mark S" userId="e17e4e97-5339-47f5-b773-b68002e504ff" providerId="ADAL" clId="{0E5D829F-6AA9-4B32-BBEE-F5EE6CBEE43B}" dt="2026-02-19T21:04:39.207" v="67" actId="14100"/>
          <ac:picMkLst>
            <pc:docMk/>
            <pc:sldMk cId="47525399" sldId="271"/>
            <ac:picMk id="7172" creationId="{C2639E15-3CD8-EC00-434F-DD22069D9E38}"/>
          </ac:picMkLst>
        </pc:picChg>
      </pc:sldChg>
      <pc:sldChg chg="addSp delSp modSp add mod addAnim delAnim modAnim">
        <pc:chgData name="Annett, Mark S" userId="e17e4e97-5339-47f5-b773-b68002e504ff" providerId="ADAL" clId="{0E5D829F-6AA9-4B32-BBEE-F5EE6CBEE43B}" dt="2026-02-20T15:44:23.058" v="3474"/>
        <pc:sldMkLst>
          <pc:docMk/>
          <pc:sldMk cId="2994935199" sldId="272"/>
        </pc:sldMkLst>
        <pc:spChg chg="mod">
          <ac:chgData name="Annett, Mark S" userId="e17e4e97-5339-47f5-b773-b68002e504ff" providerId="ADAL" clId="{0E5D829F-6AA9-4B32-BBEE-F5EE6CBEE43B}" dt="2026-02-19T21:13:07.616" v="169" actId="14100"/>
          <ac:spMkLst>
            <pc:docMk/>
            <pc:sldMk cId="2994935199" sldId="272"/>
            <ac:spMk id="3" creationId="{DF9725C9-00D5-DD4F-927A-A3B9502D8D61}"/>
          </ac:spMkLst>
        </pc:spChg>
        <pc:spChg chg="mod">
          <ac:chgData name="Annett, Mark S" userId="e17e4e97-5339-47f5-b773-b68002e504ff" providerId="ADAL" clId="{0E5D829F-6AA9-4B32-BBEE-F5EE6CBEE43B}" dt="2026-02-19T21:13:07.616" v="169" actId="14100"/>
          <ac:spMkLst>
            <pc:docMk/>
            <pc:sldMk cId="2994935199" sldId="272"/>
            <ac:spMk id="4" creationId="{381F0605-33F5-9938-F17E-A9997FB69FC1}"/>
          </ac:spMkLst>
        </pc:spChg>
        <pc:spChg chg="mod">
          <ac:chgData name="Annett, Mark S" userId="e17e4e97-5339-47f5-b773-b68002e504ff" providerId="ADAL" clId="{0E5D829F-6AA9-4B32-BBEE-F5EE6CBEE43B}" dt="2026-02-19T21:13:20.332" v="186" actId="14100"/>
          <ac:spMkLst>
            <pc:docMk/>
            <pc:sldMk cId="2994935199" sldId="272"/>
            <ac:spMk id="5" creationId="{EA323124-479D-14BF-8274-92F7807DF53C}"/>
          </ac:spMkLst>
        </pc:spChg>
        <pc:spChg chg="add mod ord">
          <ac:chgData name="Annett, Mark S" userId="e17e4e97-5339-47f5-b773-b68002e504ff" providerId="ADAL" clId="{0E5D829F-6AA9-4B32-BBEE-F5EE6CBEE43B}" dt="2026-02-20T15:39:40.723" v="3459" actId="170"/>
          <ac:spMkLst>
            <pc:docMk/>
            <pc:sldMk cId="2994935199" sldId="272"/>
            <ac:spMk id="12" creationId="{43BE91A0-935F-9ADE-8FCE-3831E9E0EF5C}"/>
          </ac:spMkLst>
        </pc:spChg>
        <pc:picChg chg="del">
          <ac:chgData name="Annett, Mark S" userId="e17e4e97-5339-47f5-b773-b68002e504ff" providerId="ADAL" clId="{0E5D829F-6AA9-4B32-BBEE-F5EE6CBEE43B}" dt="2026-02-19T21:13:35.525" v="189" actId="478"/>
          <ac:picMkLst>
            <pc:docMk/>
            <pc:sldMk cId="2994935199" sldId="272"/>
            <ac:picMk id="7" creationId="{58333C5E-7D0D-3F9C-3CF3-1E3B3824AB44}"/>
          </ac:picMkLst>
        </pc:picChg>
        <pc:picChg chg="add mod">
          <ac:chgData name="Annett, Mark S" userId="e17e4e97-5339-47f5-b773-b68002e504ff" providerId="ADAL" clId="{0E5D829F-6AA9-4B32-BBEE-F5EE6CBEE43B}" dt="2026-02-19T21:13:39.675" v="190" actId="1076"/>
          <ac:picMkLst>
            <pc:docMk/>
            <pc:sldMk cId="2994935199" sldId="272"/>
            <ac:picMk id="9" creationId="{6BA1CB24-E392-2DB6-64D2-DCCAD7C6AA6C}"/>
          </ac:picMkLst>
        </pc:picChg>
        <pc:picChg chg="add mod">
          <ac:chgData name="Annett, Mark S" userId="e17e4e97-5339-47f5-b773-b68002e504ff" providerId="ADAL" clId="{0E5D829F-6AA9-4B32-BBEE-F5EE6CBEE43B}" dt="2026-02-19T21:21:19.397" v="446"/>
          <ac:picMkLst>
            <pc:docMk/>
            <pc:sldMk cId="2994935199" sldId="272"/>
            <ac:picMk id="11" creationId="{EB84E4CC-48B4-11B4-ED85-AFB47C7A700F}"/>
          </ac:picMkLst>
        </pc:picChg>
      </pc:sldChg>
      <pc:sldChg chg="addSp delSp modSp add mod addAnim delAnim modAnim">
        <pc:chgData name="Annett, Mark S" userId="e17e4e97-5339-47f5-b773-b68002e504ff" providerId="ADAL" clId="{0E5D829F-6AA9-4B32-BBEE-F5EE6CBEE43B}" dt="2026-02-20T15:53:17.370" v="3512"/>
        <pc:sldMkLst>
          <pc:docMk/>
          <pc:sldMk cId="1051119627" sldId="273"/>
        </pc:sldMkLst>
        <pc:spChg chg="mod">
          <ac:chgData name="Annett, Mark S" userId="e17e4e97-5339-47f5-b773-b68002e504ff" providerId="ADAL" clId="{0E5D829F-6AA9-4B32-BBEE-F5EE6CBEE43B}" dt="2026-02-19T21:14:56.423" v="228" actId="14100"/>
          <ac:spMkLst>
            <pc:docMk/>
            <pc:sldMk cId="1051119627" sldId="273"/>
            <ac:spMk id="3" creationId="{D0ACAED0-2A77-676F-CAC1-BDC4EA034677}"/>
          </ac:spMkLst>
        </pc:spChg>
        <pc:spChg chg="mod">
          <ac:chgData name="Annett, Mark S" userId="e17e4e97-5339-47f5-b773-b68002e504ff" providerId="ADAL" clId="{0E5D829F-6AA9-4B32-BBEE-F5EE6CBEE43B}" dt="2026-02-19T21:14:56.423" v="228" actId="14100"/>
          <ac:spMkLst>
            <pc:docMk/>
            <pc:sldMk cId="1051119627" sldId="273"/>
            <ac:spMk id="4" creationId="{B0351218-FD51-3287-1E81-B1F061456257}"/>
          </ac:spMkLst>
        </pc:spChg>
        <pc:spChg chg="mod">
          <ac:chgData name="Annett, Mark S" userId="e17e4e97-5339-47f5-b773-b68002e504ff" providerId="ADAL" clId="{0E5D829F-6AA9-4B32-BBEE-F5EE6CBEE43B}" dt="2026-02-19T21:15:08.604" v="236" actId="14100"/>
          <ac:spMkLst>
            <pc:docMk/>
            <pc:sldMk cId="1051119627" sldId="273"/>
            <ac:spMk id="5" creationId="{94520D22-B061-D0E2-120C-DD6461ECA2A0}"/>
          </ac:spMkLst>
        </pc:spChg>
        <pc:spChg chg="add mod">
          <ac:chgData name="Annett, Mark S" userId="e17e4e97-5339-47f5-b773-b68002e504ff" providerId="ADAL" clId="{0E5D829F-6AA9-4B32-BBEE-F5EE6CBEE43B}" dt="2026-02-19T21:15:42.192" v="237"/>
          <ac:spMkLst>
            <pc:docMk/>
            <pc:sldMk cId="1051119627" sldId="273"/>
            <ac:spMk id="9" creationId="{C76D850F-1024-5E6A-D1A8-E33FEEF55404}"/>
          </ac:spMkLst>
        </pc:spChg>
        <pc:spChg chg="add mod">
          <ac:chgData name="Annett, Mark S" userId="e17e4e97-5339-47f5-b773-b68002e504ff" providerId="ADAL" clId="{0E5D829F-6AA9-4B32-BBEE-F5EE6CBEE43B}" dt="2026-02-19T21:25:13.783" v="462" actId="113"/>
          <ac:spMkLst>
            <pc:docMk/>
            <pc:sldMk cId="1051119627" sldId="273"/>
            <ac:spMk id="12" creationId="{6AC2619B-4B6E-3C56-066F-2E76D8AEBAA1}"/>
          </ac:spMkLst>
        </pc:spChg>
        <pc:spChg chg="add mod ord">
          <ac:chgData name="Annett, Mark S" userId="e17e4e97-5339-47f5-b773-b68002e504ff" providerId="ADAL" clId="{0E5D829F-6AA9-4B32-BBEE-F5EE6CBEE43B}" dt="2026-02-20T15:39:58.730" v="3463" actId="170"/>
          <ac:spMkLst>
            <pc:docMk/>
            <pc:sldMk cId="1051119627" sldId="273"/>
            <ac:spMk id="15" creationId="{BEED0214-F74D-A646-8E3D-5462CE025A2A}"/>
          </ac:spMkLst>
        </pc:spChg>
        <pc:spChg chg="add mod ord">
          <ac:chgData name="Annett, Mark S" userId="e17e4e97-5339-47f5-b773-b68002e504ff" providerId="ADAL" clId="{0E5D829F-6AA9-4B32-BBEE-F5EE6CBEE43B}" dt="2026-02-20T15:47:29.285" v="3476" actId="171"/>
          <ac:spMkLst>
            <pc:docMk/>
            <pc:sldMk cId="1051119627" sldId="273"/>
            <ac:spMk id="16" creationId="{CD171C49-3627-B557-C746-D7C11977CDE9}"/>
          </ac:spMkLst>
        </pc:spChg>
        <pc:spChg chg="add mod">
          <ac:chgData name="Annett, Mark S" userId="e17e4e97-5339-47f5-b773-b68002e504ff" providerId="ADAL" clId="{0E5D829F-6AA9-4B32-BBEE-F5EE6CBEE43B}" dt="2026-02-20T15:50:43.071" v="3486" actId="13822"/>
          <ac:spMkLst>
            <pc:docMk/>
            <pc:sldMk cId="1051119627" sldId="273"/>
            <ac:spMk id="17" creationId="{E2C558B2-EBC1-7C48-8054-6ACAB1613F9D}"/>
          </ac:spMkLst>
        </pc:spChg>
        <pc:spChg chg="add mod ord">
          <ac:chgData name="Annett, Mark S" userId="e17e4e97-5339-47f5-b773-b68002e504ff" providerId="ADAL" clId="{0E5D829F-6AA9-4B32-BBEE-F5EE6CBEE43B}" dt="2026-02-20T15:52:10.134" v="3499" actId="170"/>
          <ac:spMkLst>
            <pc:docMk/>
            <pc:sldMk cId="1051119627" sldId="273"/>
            <ac:spMk id="18" creationId="{BED390B5-4CCB-9A6F-23A2-98472F4C6887}"/>
          </ac:spMkLst>
        </pc:spChg>
        <pc:spChg chg="add mod">
          <ac:chgData name="Annett, Mark S" userId="e17e4e97-5339-47f5-b773-b68002e504ff" providerId="ADAL" clId="{0E5D829F-6AA9-4B32-BBEE-F5EE6CBEE43B}" dt="2026-02-20T15:51:52.880" v="3498" actId="14100"/>
          <ac:spMkLst>
            <pc:docMk/>
            <pc:sldMk cId="1051119627" sldId="273"/>
            <ac:spMk id="19" creationId="{A0E69DD8-4D68-417B-0201-56F7EC154EC4}"/>
          </ac:spMkLst>
        </pc:spChg>
        <pc:picChg chg="mod">
          <ac:chgData name="Annett, Mark S" userId="e17e4e97-5339-47f5-b773-b68002e504ff" providerId="ADAL" clId="{0E5D829F-6AA9-4B32-BBEE-F5EE6CBEE43B}" dt="2026-02-19T21:16:39.789" v="371" actId="1037"/>
          <ac:picMkLst>
            <pc:docMk/>
            <pc:sldMk cId="1051119627" sldId="273"/>
            <ac:picMk id="6" creationId="{02F07C62-E5DD-58AB-9954-0E2465A7EBA5}"/>
          </ac:picMkLst>
        </pc:picChg>
        <pc:picChg chg="mod">
          <ac:chgData name="Annett, Mark S" userId="e17e4e97-5339-47f5-b773-b68002e504ff" providerId="ADAL" clId="{0E5D829F-6AA9-4B32-BBEE-F5EE6CBEE43B}" dt="2026-02-19T21:16:32.671" v="339" actId="1038"/>
          <ac:picMkLst>
            <pc:docMk/>
            <pc:sldMk cId="1051119627" sldId="273"/>
            <ac:picMk id="7" creationId="{2684CAC8-63EA-7AF1-DB3D-A5DD7B8E4BDC}"/>
          </ac:picMkLst>
        </pc:picChg>
        <pc:picChg chg="mod">
          <ac:chgData name="Annett, Mark S" userId="e17e4e97-5339-47f5-b773-b68002e504ff" providerId="ADAL" clId="{0E5D829F-6AA9-4B32-BBEE-F5EE6CBEE43B}" dt="2026-02-19T21:19:24.429" v="387"/>
          <ac:picMkLst>
            <pc:docMk/>
            <pc:sldMk cId="1051119627" sldId="273"/>
            <ac:picMk id="10" creationId="{19C5058A-0654-B5D4-B6C3-B5328C06A27A}"/>
          </ac:picMkLst>
        </pc:picChg>
        <pc:picChg chg="add mod">
          <ac:chgData name="Annett, Mark S" userId="e17e4e97-5339-47f5-b773-b68002e504ff" providerId="ADAL" clId="{0E5D829F-6AA9-4B32-BBEE-F5EE6CBEE43B}" dt="2026-02-19T21:21:28.632" v="447"/>
          <ac:picMkLst>
            <pc:docMk/>
            <pc:sldMk cId="1051119627" sldId="273"/>
            <ac:picMk id="11" creationId="{A84320E1-BEB3-740D-B6F4-5F27EE0FBF0C}"/>
          </ac:picMkLst>
        </pc:picChg>
        <pc:picChg chg="add del mod">
          <ac:chgData name="Annett, Mark S" userId="e17e4e97-5339-47f5-b773-b68002e504ff" providerId="ADAL" clId="{0E5D829F-6AA9-4B32-BBEE-F5EE6CBEE43B}" dt="2026-02-19T22:50:30.863" v="1386" actId="21"/>
          <ac:picMkLst>
            <pc:docMk/>
            <pc:sldMk cId="1051119627" sldId="273"/>
            <ac:picMk id="14" creationId="{F918FAEC-48F8-B0B0-2FFC-057187A6F88C}"/>
          </ac:picMkLst>
        </pc:picChg>
      </pc:sldChg>
      <pc:sldChg chg="addSp delSp modSp new mod modAnim">
        <pc:chgData name="Annett, Mark S" userId="e17e4e97-5339-47f5-b773-b68002e504ff" providerId="ADAL" clId="{0E5D829F-6AA9-4B32-BBEE-F5EE6CBEE43B}" dt="2026-02-20T15:59:13.779" v="3557" actId="1038"/>
        <pc:sldMkLst>
          <pc:docMk/>
          <pc:sldMk cId="3612970958" sldId="274"/>
        </pc:sldMkLst>
        <pc:spChg chg="mod">
          <ac:chgData name="Annett, Mark S" userId="e17e4e97-5339-47f5-b773-b68002e504ff" providerId="ADAL" clId="{0E5D829F-6AA9-4B32-BBEE-F5EE6CBEE43B}" dt="2026-02-19T21:27:33.772" v="468"/>
          <ac:spMkLst>
            <pc:docMk/>
            <pc:sldMk cId="3612970958" sldId="274"/>
            <ac:spMk id="2" creationId="{F26ABC1D-2C3F-1AB7-5257-EAE961BC30A2}"/>
          </ac:spMkLst>
        </pc:spChg>
        <pc:spChg chg="mod">
          <ac:chgData name="Annett, Mark S" userId="e17e4e97-5339-47f5-b773-b68002e504ff" providerId="ADAL" clId="{0E5D829F-6AA9-4B32-BBEE-F5EE6CBEE43B}" dt="2026-02-19T21:29:20.024" v="478" actId="400"/>
          <ac:spMkLst>
            <pc:docMk/>
            <pc:sldMk cId="3612970958" sldId="274"/>
            <ac:spMk id="3" creationId="{5ED978CE-7093-20F4-BC0F-89C178302808}"/>
          </ac:spMkLst>
        </pc:spChg>
        <pc:spChg chg="add mod">
          <ac:chgData name="Annett, Mark S" userId="e17e4e97-5339-47f5-b773-b68002e504ff" providerId="ADAL" clId="{0E5D829F-6AA9-4B32-BBEE-F5EE6CBEE43B}" dt="2026-02-20T15:59:13.779" v="3557" actId="1038"/>
          <ac:spMkLst>
            <pc:docMk/>
            <pc:sldMk cId="3612970958" sldId="274"/>
            <ac:spMk id="5" creationId="{6065FEC7-4979-D888-2BF8-B6EEF7C0DAE3}"/>
          </ac:spMkLst>
        </pc:spChg>
        <pc:picChg chg="add del mod">
          <ac:chgData name="Annett, Mark S" userId="e17e4e97-5339-47f5-b773-b68002e504ff" providerId="ADAL" clId="{0E5D829F-6AA9-4B32-BBEE-F5EE6CBEE43B}" dt="2026-02-19T21:27:25.635" v="467" actId="478"/>
          <ac:picMkLst>
            <pc:docMk/>
            <pc:sldMk cId="3612970958" sldId="274"/>
            <ac:picMk id="4" creationId="{0F157203-7D7B-9F09-0B7A-56DF5E9A9427}"/>
          </ac:picMkLst>
        </pc:picChg>
      </pc:sldChg>
      <pc:sldChg chg="modSp new">
        <pc:chgData name="Annett, Mark S" userId="e17e4e97-5339-47f5-b773-b68002e504ff" providerId="ADAL" clId="{0E5D829F-6AA9-4B32-BBEE-F5EE6CBEE43B}" dt="2026-02-20T16:00:33.929" v="3558" actId="207"/>
        <pc:sldMkLst>
          <pc:docMk/>
          <pc:sldMk cId="3826896421" sldId="275"/>
        </pc:sldMkLst>
        <pc:spChg chg="mod">
          <ac:chgData name="Annett, Mark S" userId="e17e4e97-5339-47f5-b773-b68002e504ff" providerId="ADAL" clId="{0E5D829F-6AA9-4B32-BBEE-F5EE6CBEE43B}" dt="2026-02-19T21:30:33.882" v="481"/>
          <ac:spMkLst>
            <pc:docMk/>
            <pc:sldMk cId="3826896421" sldId="275"/>
            <ac:spMk id="2" creationId="{AF5DB704-D76C-0C59-88C6-25B03C7B97F3}"/>
          </ac:spMkLst>
        </pc:spChg>
        <pc:spChg chg="mod">
          <ac:chgData name="Annett, Mark S" userId="e17e4e97-5339-47f5-b773-b68002e504ff" providerId="ADAL" clId="{0E5D829F-6AA9-4B32-BBEE-F5EE6CBEE43B}" dt="2026-02-20T16:00:33.929" v="3558" actId="207"/>
          <ac:spMkLst>
            <pc:docMk/>
            <pc:sldMk cId="3826896421" sldId="275"/>
            <ac:spMk id="3" creationId="{F9CACD84-A8F2-BDD5-39C3-53613FFC4183}"/>
          </ac:spMkLst>
        </pc:spChg>
      </pc:sldChg>
      <pc:sldChg chg="modSp new mod addAnim delAnim modAnim">
        <pc:chgData name="Annett, Mark S" userId="e17e4e97-5339-47f5-b773-b68002e504ff" providerId="ADAL" clId="{0E5D829F-6AA9-4B32-BBEE-F5EE6CBEE43B}" dt="2026-02-20T16:22:48.714" v="3643" actId="207"/>
        <pc:sldMkLst>
          <pc:docMk/>
          <pc:sldMk cId="1777960817" sldId="276"/>
        </pc:sldMkLst>
        <pc:spChg chg="mod">
          <ac:chgData name="Annett, Mark S" userId="e17e4e97-5339-47f5-b773-b68002e504ff" providerId="ADAL" clId="{0E5D829F-6AA9-4B32-BBEE-F5EE6CBEE43B}" dt="2026-02-19T21:31:50.408" v="489"/>
          <ac:spMkLst>
            <pc:docMk/>
            <pc:sldMk cId="1777960817" sldId="276"/>
            <ac:spMk id="2" creationId="{E884C236-6148-A472-C8BD-65C88AB59163}"/>
          </ac:spMkLst>
        </pc:spChg>
        <pc:spChg chg="mod">
          <ac:chgData name="Annett, Mark S" userId="e17e4e97-5339-47f5-b773-b68002e504ff" providerId="ADAL" clId="{0E5D829F-6AA9-4B32-BBEE-F5EE6CBEE43B}" dt="2026-02-20T16:22:48.714" v="3643" actId="207"/>
          <ac:spMkLst>
            <pc:docMk/>
            <pc:sldMk cId="1777960817" sldId="276"/>
            <ac:spMk id="3" creationId="{BD8F356C-2574-84D1-D0D5-AD2E4BC77B94}"/>
          </ac:spMkLst>
        </pc:spChg>
      </pc:sldChg>
      <pc:sldChg chg="addSp delSp modSp new del mod">
        <pc:chgData name="Annett, Mark S" userId="e17e4e97-5339-47f5-b773-b68002e504ff" providerId="ADAL" clId="{0E5D829F-6AA9-4B32-BBEE-F5EE6CBEE43B}" dt="2026-02-19T23:01:19.797" v="1479" actId="47"/>
        <pc:sldMkLst>
          <pc:docMk/>
          <pc:sldMk cId="2569072155" sldId="277"/>
        </pc:sldMkLst>
        <pc:spChg chg="mod">
          <ac:chgData name="Annett, Mark S" userId="e17e4e97-5339-47f5-b773-b68002e504ff" providerId="ADAL" clId="{0E5D829F-6AA9-4B32-BBEE-F5EE6CBEE43B}" dt="2026-02-19T22:20:42.802" v="623"/>
          <ac:spMkLst>
            <pc:docMk/>
            <pc:sldMk cId="2569072155" sldId="277"/>
            <ac:spMk id="2" creationId="{E59B0CA2-0639-D91F-57E3-F6CD4A194A4F}"/>
          </ac:spMkLst>
        </pc:spChg>
        <pc:spChg chg="del">
          <ac:chgData name="Annett, Mark S" userId="e17e4e97-5339-47f5-b773-b68002e504ff" providerId="ADAL" clId="{0E5D829F-6AA9-4B32-BBEE-F5EE6CBEE43B}" dt="2026-02-19T22:19:55.526" v="617" actId="478"/>
          <ac:spMkLst>
            <pc:docMk/>
            <pc:sldMk cId="2569072155" sldId="277"/>
            <ac:spMk id="3" creationId="{0489F941-BA8A-FE51-240F-5C4862C2A669}"/>
          </ac:spMkLst>
        </pc:spChg>
        <pc:picChg chg="add mod">
          <ac:chgData name="Annett, Mark S" userId="e17e4e97-5339-47f5-b773-b68002e504ff" providerId="ADAL" clId="{0E5D829F-6AA9-4B32-BBEE-F5EE6CBEE43B}" dt="2026-02-19T22:20:53.368" v="624" actId="14100"/>
          <ac:picMkLst>
            <pc:docMk/>
            <pc:sldMk cId="2569072155" sldId="277"/>
            <ac:picMk id="5" creationId="{CEEA36A5-09CD-EF64-9269-AF6D2A2A7FF2}"/>
          </ac:picMkLst>
        </pc:picChg>
      </pc:sldChg>
      <pc:sldChg chg="addSp delSp modSp add del mod">
        <pc:chgData name="Annett, Mark S" userId="e17e4e97-5339-47f5-b773-b68002e504ff" providerId="ADAL" clId="{0E5D829F-6AA9-4B32-BBEE-F5EE6CBEE43B}" dt="2026-02-20T14:15:55.053" v="3032" actId="47"/>
        <pc:sldMkLst>
          <pc:docMk/>
          <pc:sldMk cId="437472189" sldId="278"/>
        </pc:sldMkLst>
        <pc:spChg chg="del">
          <ac:chgData name="Annett, Mark S" userId="e17e4e97-5339-47f5-b773-b68002e504ff" providerId="ADAL" clId="{0E5D829F-6AA9-4B32-BBEE-F5EE6CBEE43B}" dt="2026-02-19T23:02:26.500" v="1487" actId="478"/>
          <ac:spMkLst>
            <pc:docMk/>
            <pc:sldMk cId="437472189" sldId="278"/>
            <ac:spMk id="2" creationId="{72E4C082-FA9A-6602-D3D5-1D0CD1574A17}"/>
          </ac:spMkLst>
        </pc:spChg>
        <pc:spChg chg="mod">
          <ac:chgData name="Annett, Mark S" userId="e17e4e97-5339-47f5-b773-b68002e504ff" providerId="ADAL" clId="{0E5D829F-6AA9-4B32-BBEE-F5EE6CBEE43B}" dt="2026-02-20T14:13:01.891" v="3017" actId="208"/>
          <ac:spMkLst>
            <pc:docMk/>
            <pc:sldMk cId="437472189" sldId="278"/>
            <ac:spMk id="3" creationId="{FB1DF53C-6B5F-68D7-7C20-78F4C146645D}"/>
          </ac:spMkLst>
        </pc:spChg>
        <pc:spChg chg="add mod">
          <ac:chgData name="Annett, Mark S" userId="e17e4e97-5339-47f5-b773-b68002e504ff" providerId="ADAL" clId="{0E5D829F-6AA9-4B32-BBEE-F5EE6CBEE43B}" dt="2026-02-19T23:02:23.624" v="1486"/>
          <ac:spMkLst>
            <pc:docMk/>
            <pc:sldMk cId="437472189" sldId="278"/>
            <ac:spMk id="11" creationId="{DD8BFD8F-D2FB-F9FD-04F6-AE4A89C6008B}"/>
          </ac:spMkLst>
        </pc:spChg>
        <pc:spChg chg="add del mod">
          <ac:chgData name="Annett, Mark S" userId="e17e4e97-5339-47f5-b773-b68002e504ff" providerId="ADAL" clId="{0E5D829F-6AA9-4B32-BBEE-F5EE6CBEE43B}" dt="2026-02-19T23:02:29.287" v="1488" actId="478"/>
          <ac:spMkLst>
            <pc:docMk/>
            <pc:sldMk cId="437472189" sldId="278"/>
            <ac:spMk id="13" creationId="{6CB74F2E-55A0-7955-0129-447DD8B41266}"/>
          </ac:spMkLst>
        </pc:spChg>
        <pc:spChg chg="add mod">
          <ac:chgData name="Annett, Mark S" userId="e17e4e97-5339-47f5-b773-b68002e504ff" providerId="ADAL" clId="{0E5D829F-6AA9-4B32-BBEE-F5EE6CBEE43B}" dt="2026-02-19T23:02:30.301" v="1489"/>
          <ac:spMkLst>
            <pc:docMk/>
            <pc:sldMk cId="437472189" sldId="278"/>
            <ac:spMk id="14" creationId="{DFD3AE2C-C3C2-60F1-7302-01DBEC73FE70}"/>
          </ac:spMkLst>
        </pc:spChg>
        <pc:grpChg chg="add del mod ord">
          <ac:chgData name="Annett, Mark S" userId="e17e4e97-5339-47f5-b773-b68002e504ff" providerId="ADAL" clId="{0E5D829F-6AA9-4B32-BBEE-F5EE6CBEE43B}" dt="2026-02-19T22:45:35.843" v="1191" actId="165"/>
          <ac:grpSpMkLst>
            <pc:docMk/>
            <pc:sldMk cId="437472189" sldId="278"/>
            <ac:grpSpMk id="6" creationId="{D5D699E8-3782-7500-27E9-A35765F31B76}"/>
          </ac:grpSpMkLst>
        </pc:grpChg>
        <pc:grpChg chg="add mod">
          <ac:chgData name="Annett, Mark S" userId="e17e4e97-5339-47f5-b773-b68002e504ff" providerId="ADAL" clId="{0E5D829F-6AA9-4B32-BBEE-F5EE6CBEE43B}" dt="2026-02-19T22:45:47.076" v="1193" actId="164"/>
          <ac:grpSpMkLst>
            <pc:docMk/>
            <pc:sldMk cId="437472189" sldId="278"/>
            <ac:grpSpMk id="9" creationId="{749AA7A3-6414-9DF4-38A2-DB9D6E91DB88}"/>
          </ac:grpSpMkLst>
        </pc:grpChg>
        <pc:picChg chg="add del mod ord topLvl">
          <ac:chgData name="Annett, Mark S" userId="e17e4e97-5339-47f5-b773-b68002e504ff" providerId="ADAL" clId="{0E5D829F-6AA9-4B32-BBEE-F5EE6CBEE43B}" dt="2026-02-19T22:45:38.676" v="1192" actId="478"/>
          <ac:picMkLst>
            <pc:docMk/>
            <pc:sldMk cId="437472189" sldId="278"/>
            <ac:picMk id="4" creationId="{73E9264D-1757-D4FB-38BA-5D95C45EC419}"/>
          </ac:picMkLst>
        </pc:picChg>
        <pc:picChg chg="mod topLvl">
          <ac:chgData name="Annett, Mark S" userId="e17e4e97-5339-47f5-b773-b68002e504ff" providerId="ADAL" clId="{0E5D829F-6AA9-4B32-BBEE-F5EE6CBEE43B}" dt="2026-02-19T22:45:47.076" v="1193" actId="164"/>
          <ac:picMkLst>
            <pc:docMk/>
            <pc:sldMk cId="437472189" sldId="278"/>
            <ac:picMk id="5" creationId="{DD4A367F-D264-8D93-7FD6-E1582AC3623D}"/>
          </ac:picMkLst>
        </pc:picChg>
        <pc:picChg chg="add mod ord">
          <ac:chgData name="Annett, Mark S" userId="e17e4e97-5339-47f5-b773-b68002e504ff" providerId="ADAL" clId="{0E5D829F-6AA9-4B32-BBEE-F5EE6CBEE43B}" dt="2026-02-19T22:45:47.076" v="1193" actId="164"/>
          <ac:picMkLst>
            <pc:docMk/>
            <pc:sldMk cId="437472189" sldId="278"/>
            <ac:picMk id="8" creationId="{689B3015-CD3A-9F41-0ED8-47FCFAF0BBB8}"/>
          </ac:picMkLst>
        </pc:picChg>
        <pc:picChg chg="del">
          <ac:chgData name="Annett, Mark S" userId="e17e4e97-5339-47f5-b773-b68002e504ff" providerId="ADAL" clId="{0E5D829F-6AA9-4B32-BBEE-F5EE6CBEE43B}" dt="2026-02-19T22:22:16.448" v="631" actId="478"/>
          <ac:picMkLst>
            <pc:docMk/>
            <pc:sldMk cId="437472189" sldId="278"/>
            <ac:picMk id="10" creationId="{CFFB3E12-A919-7AC1-1085-D52C0B5D2D28}"/>
          </ac:picMkLst>
        </pc:picChg>
      </pc:sldChg>
      <pc:sldChg chg="addSp delSp modSp add mod addAnim delAnim modAnim">
        <pc:chgData name="Annett, Mark S" userId="e17e4e97-5339-47f5-b773-b68002e504ff" providerId="ADAL" clId="{0E5D829F-6AA9-4B32-BBEE-F5EE6CBEE43B}" dt="2026-02-20T16:08:39.167" v="3612"/>
        <pc:sldMkLst>
          <pc:docMk/>
          <pc:sldMk cId="3801864425" sldId="279"/>
        </pc:sldMkLst>
        <pc:spChg chg="mod">
          <ac:chgData name="Annett, Mark S" userId="e17e4e97-5339-47f5-b773-b68002e504ff" providerId="ADAL" clId="{0E5D829F-6AA9-4B32-BBEE-F5EE6CBEE43B}" dt="2026-02-19T23:02:11.139" v="1484" actId="1076"/>
          <ac:spMkLst>
            <pc:docMk/>
            <pc:sldMk cId="3801864425" sldId="279"/>
            <ac:spMk id="2" creationId="{46E8721F-8ED6-0543-7D93-7596A638A1CC}"/>
          </ac:spMkLst>
        </pc:spChg>
        <pc:spChg chg="mod ord">
          <ac:chgData name="Annett, Mark S" userId="e17e4e97-5339-47f5-b773-b68002e504ff" providerId="ADAL" clId="{0E5D829F-6AA9-4B32-BBEE-F5EE6CBEE43B}" dt="2026-02-20T14:13:38.245" v="3019" actId="170"/>
          <ac:spMkLst>
            <pc:docMk/>
            <pc:sldMk cId="3801864425" sldId="279"/>
            <ac:spMk id="3" creationId="{D5D0CC44-F15F-D0DA-851E-14C094C6F704}"/>
          </ac:spMkLst>
        </pc:spChg>
        <pc:spChg chg="add mod">
          <ac:chgData name="Annett, Mark S" userId="e17e4e97-5339-47f5-b773-b68002e504ff" providerId="ADAL" clId="{0E5D829F-6AA9-4B32-BBEE-F5EE6CBEE43B}" dt="2026-02-20T14:13:22.772" v="3018"/>
          <ac:spMkLst>
            <pc:docMk/>
            <pc:sldMk cId="3801864425" sldId="279"/>
            <ac:spMk id="14" creationId="{FD9CF9A9-5AF9-269A-4BE4-9E331DF7B235}"/>
          </ac:spMkLst>
        </pc:spChg>
        <pc:spChg chg="add mod">
          <ac:chgData name="Annett, Mark S" userId="e17e4e97-5339-47f5-b773-b68002e504ff" providerId="ADAL" clId="{0E5D829F-6AA9-4B32-BBEE-F5EE6CBEE43B}" dt="2026-02-20T14:15:16.935" v="3025"/>
          <ac:spMkLst>
            <pc:docMk/>
            <pc:sldMk cId="3801864425" sldId="279"/>
            <ac:spMk id="15" creationId="{61006A58-D2D7-EB7C-9A8F-AB16A414707E}"/>
          </ac:spMkLst>
        </pc:spChg>
        <pc:spChg chg="add mod">
          <ac:chgData name="Annett, Mark S" userId="e17e4e97-5339-47f5-b773-b68002e504ff" providerId="ADAL" clId="{0E5D829F-6AA9-4B32-BBEE-F5EE6CBEE43B}" dt="2026-02-20T14:15:16.935" v="3025"/>
          <ac:spMkLst>
            <pc:docMk/>
            <pc:sldMk cId="3801864425" sldId="279"/>
            <ac:spMk id="16" creationId="{08BBDB36-D96E-6A3F-2AB6-ED69E041116C}"/>
          </ac:spMkLst>
        </pc:spChg>
        <pc:spChg chg="add mod ord">
          <ac:chgData name="Annett, Mark S" userId="e17e4e97-5339-47f5-b773-b68002e504ff" providerId="ADAL" clId="{0E5D829F-6AA9-4B32-BBEE-F5EE6CBEE43B}" dt="2026-02-20T16:08:09.720" v="3611" actId="171"/>
          <ac:spMkLst>
            <pc:docMk/>
            <pc:sldMk cId="3801864425" sldId="279"/>
            <ac:spMk id="17" creationId="{928BC338-43D4-521F-E4E7-0B41ED2BDA4A}"/>
          </ac:spMkLst>
        </pc:spChg>
        <pc:grpChg chg="add del mod ord">
          <ac:chgData name="Annett, Mark S" userId="e17e4e97-5339-47f5-b773-b68002e504ff" providerId="ADAL" clId="{0E5D829F-6AA9-4B32-BBEE-F5EE6CBEE43B}" dt="2026-02-19T22:46:00.641" v="1194" actId="478"/>
          <ac:grpSpMkLst>
            <pc:docMk/>
            <pc:sldMk cId="3801864425" sldId="279"/>
            <ac:grpSpMk id="7" creationId="{5FDF9FBE-6C51-A87E-2B83-8C3730F9B372}"/>
          </ac:grpSpMkLst>
        </pc:grpChg>
        <pc:grpChg chg="add mod ord">
          <ac:chgData name="Annett, Mark S" userId="e17e4e97-5339-47f5-b773-b68002e504ff" providerId="ADAL" clId="{0E5D829F-6AA9-4B32-BBEE-F5EE6CBEE43B}" dt="2026-02-19T22:46:06.141" v="1196" actId="171"/>
          <ac:grpSpMkLst>
            <pc:docMk/>
            <pc:sldMk cId="3801864425" sldId="279"/>
            <ac:grpSpMk id="11" creationId="{75056953-D249-09EE-383D-E4E82BE4359C}"/>
          </ac:grpSpMkLst>
        </pc:grpChg>
        <pc:picChg chg="add del mod ord">
          <ac:chgData name="Annett, Mark S" userId="e17e4e97-5339-47f5-b773-b68002e504ff" providerId="ADAL" clId="{0E5D829F-6AA9-4B32-BBEE-F5EE6CBEE43B}" dt="2026-02-19T22:23:39.686" v="636" actId="478"/>
          <ac:picMkLst>
            <pc:docMk/>
            <pc:sldMk cId="3801864425" sldId="279"/>
            <ac:picMk id="4" creationId="{9B7EDF9B-1D91-A1B1-260D-CC5E6B18B9F2}"/>
          </ac:picMkLst>
        </pc:picChg>
        <pc:picChg chg="del">
          <ac:chgData name="Annett, Mark S" userId="e17e4e97-5339-47f5-b773-b68002e504ff" providerId="ADAL" clId="{0E5D829F-6AA9-4B32-BBEE-F5EE6CBEE43B}" dt="2026-02-19T22:23:40.696" v="637" actId="478"/>
          <ac:picMkLst>
            <pc:docMk/>
            <pc:sldMk cId="3801864425" sldId="279"/>
            <ac:picMk id="5" creationId="{BA97129F-5A6C-8CB0-9A6F-581D0C101653}"/>
          </ac:picMkLst>
        </pc:picChg>
        <pc:picChg chg="add mod">
          <ac:chgData name="Annett, Mark S" userId="e17e4e97-5339-47f5-b773-b68002e504ff" providerId="ADAL" clId="{0E5D829F-6AA9-4B32-BBEE-F5EE6CBEE43B}" dt="2026-02-19T22:23:42.886" v="638"/>
          <ac:picMkLst>
            <pc:docMk/>
            <pc:sldMk cId="3801864425" sldId="279"/>
            <ac:picMk id="6" creationId="{2C761467-3555-F6E4-3BDE-3EBA8895CAE9}"/>
          </ac:picMkLst>
        </pc:picChg>
        <pc:picChg chg="mod">
          <ac:chgData name="Annett, Mark S" userId="e17e4e97-5339-47f5-b773-b68002e504ff" providerId="ADAL" clId="{0E5D829F-6AA9-4B32-BBEE-F5EE6CBEE43B}" dt="2026-02-19T22:24:18.516" v="643"/>
          <ac:picMkLst>
            <pc:docMk/>
            <pc:sldMk cId="3801864425" sldId="279"/>
            <ac:picMk id="8" creationId="{2197EB37-0181-E9C9-78B0-EE85B1960E2D}"/>
          </ac:picMkLst>
        </pc:picChg>
        <pc:picChg chg="mod">
          <ac:chgData name="Annett, Mark S" userId="e17e4e97-5339-47f5-b773-b68002e504ff" providerId="ADAL" clId="{0E5D829F-6AA9-4B32-BBEE-F5EE6CBEE43B}" dt="2026-02-19T22:24:18.516" v="643"/>
          <ac:picMkLst>
            <pc:docMk/>
            <pc:sldMk cId="3801864425" sldId="279"/>
            <ac:picMk id="9" creationId="{A752297B-E1B1-245A-266F-2E1C10FC7055}"/>
          </ac:picMkLst>
        </pc:picChg>
        <pc:picChg chg="del">
          <ac:chgData name="Annett, Mark S" userId="e17e4e97-5339-47f5-b773-b68002e504ff" providerId="ADAL" clId="{0E5D829F-6AA9-4B32-BBEE-F5EE6CBEE43B}" dt="2026-02-19T22:24:16.731" v="642" actId="478"/>
          <ac:picMkLst>
            <pc:docMk/>
            <pc:sldMk cId="3801864425" sldId="279"/>
            <ac:picMk id="10" creationId="{D0C08B71-2868-7846-A62F-F27326791557}"/>
          </ac:picMkLst>
        </pc:picChg>
        <pc:picChg chg="mod">
          <ac:chgData name="Annett, Mark S" userId="e17e4e97-5339-47f5-b773-b68002e504ff" providerId="ADAL" clId="{0E5D829F-6AA9-4B32-BBEE-F5EE6CBEE43B}" dt="2026-02-19T22:46:01.946" v="1195"/>
          <ac:picMkLst>
            <pc:docMk/>
            <pc:sldMk cId="3801864425" sldId="279"/>
            <ac:picMk id="12" creationId="{E27BB65F-7B18-272F-0900-BC6B35A2B417}"/>
          </ac:picMkLst>
        </pc:picChg>
        <pc:picChg chg="mod">
          <ac:chgData name="Annett, Mark S" userId="e17e4e97-5339-47f5-b773-b68002e504ff" providerId="ADAL" clId="{0E5D829F-6AA9-4B32-BBEE-F5EE6CBEE43B}" dt="2026-02-19T22:46:01.946" v="1195"/>
          <ac:picMkLst>
            <pc:docMk/>
            <pc:sldMk cId="3801864425" sldId="279"/>
            <ac:picMk id="13" creationId="{AC12C564-5744-A43C-78A5-73073A57AA37}"/>
          </ac:picMkLst>
        </pc:picChg>
      </pc:sldChg>
      <pc:sldChg chg="addSp delSp modSp add mod addAnim delAnim modAnim">
        <pc:chgData name="Annett, Mark S" userId="e17e4e97-5339-47f5-b773-b68002e504ff" providerId="ADAL" clId="{0E5D829F-6AA9-4B32-BBEE-F5EE6CBEE43B}" dt="2026-02-20T16:10:02.188" v="3619"/>
        <pc:sldMkLst>
          <pc:docMk/>
          <pc:sldMk cId="4287434504" sldId="280"/>
        </pc:sldMkLst>
        <pc:spChg chg="del">
          <ac:chgData name="Annett, Mark S" userId="e17e4e97-5339-47f5-b773-b68002e504ff" providerId="ADAL" clId="{0E5D829F-6AA9-4B32-BBEE-F5EE6CBEE43B}" dt="2026-02-19T23:02:38.287" v="1490" actId="478"/>
          <ac:spMkLst>
            <pc:docMk/>
            <pc:sldMk cId="4287434504" sldId="280"/>
            <ac:spMk id="2" creationId="{DE13E517-D5E1-FDF5-446A-1F9DC0275E75}"/>
          </ac:spMkLst>
        </pc:spChg>
        <pc:spChg chg="mod">
          <ac:chgData name="Annett, Mark S" userId="e17e4e97-5339-47f5-b773-b68002e504ff" providerId="ADAL" clId="{0E5D829F-6AA9-4B32-BBEE-F5EE6CBEE43B}" dt="2026-02-20T14:25:46.363" v="3102" actId="554"/>
          <ac:spMkLst>
            <pc:docMk/>
            <pc:sldMk cId="4287434504" sldId="280"/>
            <ac:spMk id="3" creationId="{90FC18FE-37D7-6993-8761-07EF2D5EF7AB}"/>
          </ac:spMkLst>
        </pc:spChg>
        <pc:spChg chg="mod">
          <ac:chgData name="Annett, Mark S" userId="e17e4e97-5339-47f5-b773-b68002e504ff" providerId="ADAL" clId="{0E5D829F-6AA9-4B32-BBEE-F5EE6CBEE43B}" dt="2026-02-20T14:25:46.363" v="3102" actId="554"/>
          <ac:spMkLst>
            <pc:docMk/>
            <pc:sldMk cId="4287434504" sldId="280"/>
            <ac:spMk id="4" creationId="{C09E50C4-6771-980D-3A34-4DE14B89CF42}"/>
          </ac:spMkLst>
        </pc:spChg>
        <pc:spChg chg="mod">
          <ac:chgData name="Annett, Mark S" userId="e17e4e97-5339-47f5-b773-b68002e504ff" providerId="ADAL" clId="{0E5D829F-6AA9-4B32-BBEE-F5EE6CBEE43B}" dt="2026-02-20T14:25:46.363" v="3102" actId="554"/>
          <ac:spMkLst>
            <pc:docMk/>
            <pc:sldMk cId="4287434504" sldId="280"/>
            <ac:spMk id="5" creationId="{0FD0B1EB-233F-F426-840E-526D14553CDC}"/>
          </ac:spMkLst>
        </pc:spChg>
        <pc:spChg chg="add mod">
          <ac:chgData name="Annett, Mark S" userId="e17e4e97-5339-47f5-b773-b68002e504ff" providerId="ADAL" clId="{0E5D829F-6AA9-4B32-BBEE-F5EE6CBEE43B}" dt="2026-02-20T14:25:46.363" v="3102" actId="554"/>
          <ac:spMkLst>
            <pc:docMk/>
            <pc:sldMk cId="4287434504" sldId="280"/>
            <ac:spMk id="14" creationId="{F0D7C525-0B49-B693-C00E-E198C8A2181D}"/>
          </ac:spMkLst>
        </pc:spChg>
        <pc:spChg chg="add del mod">
          <ac:chgData name="Annett, Mark S" userId="e17e4e97-5339-47f5-b773-b68002e504ff" providerId="ADAL" clId="{0E5D829F-6AA9-4B32-BBEE-F5EE6CBEE43B}" dt="2026-02-19T23:02:39.133" v="1491" actId="478"/>
          <ac:spMkLst>
            <pc:docMk/>
            <pc:sldMk cId="4287434504" sldId="280"/>
            <ac:spMk id="20" creationId="{01CD85F0-A285-4290-1D58-C3672C329944}"/>
          </ac:spMkLst>
        </pc:spChg>
        <pc:spChg chg="add mod">
          <ac:chgData name="Annett, Mark S" userId="e17e4e97-5339-47f5-b773-b68002e504ff" providerId="ADAL" clId="{0E5D829F-6AA9-4B32-BBEE-F5EE6CBEE43B}" dt="2026-02-19T23:02:40.485" v="1492"/>
          <ac:spMkLst>
            <pc:docMk/>
            <pc:sldMk cId="4287434504" sldId="280"/>
            <ac:spMk id="21" creationId="{8CFAABD4-32A2-2E46-9BFD-58BCDDE56682}"/>
          </ac:spMkLst>
        </pc:spChg>
        <pc:spChg chg="add mod ord">
          <ac:chgData name="Annett, Mark S" userId="e17e4e97-5339-47f5-b773-b68002e504ff" providerId="ADAL" clId="{0E5D829F-6AA9-4B32-BBEE-F5EE6CBEE43B}" dt="2026-02-20T14:14:01.729" v="3022" actId="170"/>
          <ac:spMkLst>
            <pc:docMk/>
            <pc:sldMk cId="4287434504" sldId="280"/>
            <ac:spMk id="22" creationId="{9AD401ED-A212-AC0F-6F45-C1BBB74F19DD}"/>
          </ac:spMkLst>
        </pc:spChg>
        <pc:spChg chg="add del mod ord">
          <ac:chgData name="Annett, Mark S" userId="e17e4e97-5339-47f5-b773-b68002e504ff" providerId="ADAL" clId="{0E5D829F-6AA9-4B32-BBEE-F5EE6CBEE43B}" dt="2026-02-20T14:19:00.763" v="3052" actId="478"/>
          <ac:spMkLst>
            <pc:docMk/>
            <pc:sldMk cId="4287434504" sldId="280"/>
            <ac:spMk id="23" creationId="{F7F0FABD-284F-F828-A3D1-4DBB37FA841A}"/>
          </ac:spMkLst>
        </pc:spChg>
        <pc:spChg chg="add del mod ord">
          <ac:chgData name="Annett, Mark S" userId="e17e4e97-5339-47f5-b773-b68002e504ff" providerId="ADAL" clId="{0E5D829F-6AA9-4B32-BBEE-F5EE6CBEE43B}" dt="2026-02-20T14:18:59.446" v="3051" actId="478"/>
          <ac:spMkLst>
            <pc:docMk/>
            <pc:sldMk cId="4287434504" sldId="280"/>
            <ac:spMk id="24" creationId="{DE69BA42-3EEA-2628-4FE3-66BBF268AC95}"/>
          </ac:spMkLst>
        </pc:spChg>
        <pc:spChg chg="add del mod ord">
          <ac:chgData name="Annett, Mark S" userId="e17e4e97-5339-47f5-b773-b68002e504ff" providerId="ADAL" clId="{0E5D829F-6AA9-4B32-BBEE-F5EE6CBEE43B}" dt="2026-02-20T14:18:58.200" v="3050" actId="478"/>
          <ac:spMkLst>
            <pc:docMk/>
            <pc:sldMk cId="4287434504" sldId="280"/>
            <ac:spMk id="25" creationId="{36F5D6C1-7ED7-33D3-0CD4-F006B974C120}"/>
          </ac:spMkLst>
        </pc:spChg>
        <pc:grpChg chg="add del mod ord">
          <ac:chgData name="Annett, Mark S" userId="e17e4e97-5339-47f5-b773-b68002e504ff" providerId="ADAL" clId="{0E5D829F-6AA9-4B32-BBEE-F5EE6CBEE43B}" dt="2026-02-19T22:46:15.067" v="1197" actId="478"/>
          <ac:grpSpMkLst>
            <pc:docMk/>
            <pc:sldMk cId="4287434504" sldId="280"/>
            <ac:grpSpMk id="11" creationId="{BD27D82B-CDA9-2D31-3243-BD6B91ACE165}"/>
          </ac:grpSpMkLst>
        </pc:grpChg>
        <pc:grpChg chg="add mod ord">
          <ac:chgData name="Annett, Mark S" userId="e17e4e97-5339-47f5-b773-b68002e504ff" providerId="ADAL" clId="{0E5D829F-6AA9-4B32-BBEE-F5EE6CBEE43B}" dt="2026-02-19T22:46:23.661" v="1199" actId="167"/>
          <ac:grpSpMkLst>
            <pc:docMk/>
            <pc:sldMk cId="4287434504" sldId="280"/>
            <ac:grpSpMk id="16" creationId="{6EDA8B97-BAF7-806B-C970-B05F553894D0}"/>
          </ac:grpSpMkLst>
        </pc:grpChg>
        <pc:picChg chg="mod">
          <ac:chgData name="Annett, Mark S" userId="e17e4e97-5339-47f5-b773-b68002e504ff" providerId="ADAL" clId="{0E5D829F-6AA9-4B32-BBEE-F5EE6CBEE43B}" dt="2026-02-19T22:27:58.916" v="1008" actId="1035"/>
          <ac:picMkLst>
            <pc:docMk/>
            <pc:sldMk cId="4287434504" sldId="280"/>
            <ac:picMk id="6" creationId="{1B5F706C-447B-26B2-98F3-56E3DFC4D4C5}"/>
          </ac:picMkLst>
        </pc:picChg>
        <pc:picChg chg="mod">
          <ac:chgData name="Annett, Mark S" userId="e17e4e97-5339-47f5-b773-b68002e504ff" providerId="ADAL" clId="{0E5D829F-6AA9-4B32-BBEE-F5EE6CBEE43B}" dt="2026-02-19T22:27:58.916" v="1008" actId="1035"/>
          <ac:picMkLst>
            <pc:docMk/>
            <pc:sldMk cId="4287434504" sldId="280"/>
            <ac:picMk id="7" creationId="{59C810BC-4E20-FD2D-86A6-2A7C6A640440}"/>
          </ac:picMkLst>
        </pc:picChg>
        <pc:picChg chg="mod">
          <ac:chgData name="Annett, Mark S" userId="e17e4e97-5339-47f5-b773-b68002e504ff" providerId="ADAL" clId="{0E5D829F-6AA9-4B32-BBEE-F5EE6CBEE43B}" dt="2026-02-19T22:27:16.846" v="910" actId="1037"/>
          <ac:picMkLst>
            <pc:docMk/>
            <pc:sldMk cId="4287434504" sldId="280"/>
            <ac:picMk id="8" creationId="{CCA0D28A-E32F-AC1E-662E-A05662AD6970}"/>
          </ac:picMkLst>
        </pc:picChg>
        <pc:picChg chg="del">
          <ac:chgData name="Annett, Mark S" userId="e17e4e97-5339-47f5-b773-b68002e504ff" providerId="ADAL" clId="{0E5D829F-6AA9-4B32-BBEE-F5EE6CBEE43B}" dt="2026-02-19T22:25:26.639" v="688" actId="478"/>
          <ac:picMkLst>
            <pc:docMk/>
            <pc:sldMk cId="4287434504" sldId="280"/>
            <ac:picMk id="9" creationId="{ED7B4DE8-C448-E6F5-CE1E-6EFAC5502759}"/>
          </ac:picMkLst>
        </pc:picChg>
        <pc:picChg chg="del">
          <ac:chgData name="Annett, Mark S" userId="e17e4e97-5339-47f5-b773-b68002e504ff" providerId="ADAL" clId="{0E5D829F-6AA9-4B32-BBEE-F5EE6CBEE43B}" dt="2026-02-19T22:25:28.816" v="689" actId="478"/>
          <ac:picMkLst>
            <pc:docMk/>
            <pc:sldMk cId="4287434504" sldId="280"/>
            <ac:picMk id="10" creationId="{CAE9724F-1A95-3145-837A-5A1FA9F8E264}"/>
          </ac:picMkLst>
        </pc:picChg>
        <pc:picChg chg="mod">
          <ac:chgData name="Annett, Mark S" userId="e17e4e97-5339-47f5-b773-b68002e504ff" providerId="ADAL" clId="{0E5D829F-6AA9-4B32-BBEE-F5EE6CBEE43B}" dt="2026-02-19T22:26:56.403" v="816" actId="1038"/>
          <ac:picMkLst>
            <pc:docMk/>
            <pc:sldMk cId="4287434504" sldId="280"/>
            <ac:picMk id="12" creationId="{8C199746-95AF-1B65-EF2A-8594C9E346E1}"/>
          </ac:picMkLst>
        </pc:picChg>
        <pc:picChg chg="mod">
          <ac:chgData name="Annett, Mark S" userId="e17e4e97-5339-47f5-b773-b68002e504ff" providerId="ADAL" clId="{0E5D829F-6AA9-4B32-BBEE-F5EE6CBEE43B}" dt="2026-02-19T22:25:30.596" v="690"/>
          <ac:picMkLst>
            <pc:docMk/>
            <pc:sldMk cId="4287434504" sldId="280"/>
            <ac:picMk id="13" creationId="{124E9803-C087-274F-9366-AAE0904B56DD}"/>
          </ac:picMkLst>
        </pc:picChg>
        <pc:picChg chg="add mod">
          <ac:chgData name="Annett, Mark S" userId="e17e4e97-5339-47f5-b773-b68002e504ff" providerId="ADAL" clId="{0E5D829F-6AA9-4B32-BBEE-F5EE6CBEE43B}" dt="2026-02-19T22:32:42.116" v="1066" actId="1076"/>
          <ac:picMkLst>
            <pc:docMk/>
            <pc:sldMk cId="4287434504" sldId="280"/>
            <ac:picMk id="15" creationId="{BE6A4157-3352-1BFD-5B15-D89ABCA59385}"/>
          </ac:picMkLst>
        </pc:picChg>
        <pc:picChg chg="mod">
          <ac:chgData name="Annett, Mark S" userId="e17e4e97-5339-47f5-b773-b68002e504ff" providerId="ADAL" clId="{0E5D829F-6AA9-4B32-BBEE-F5EE6CBEE43B}" dt="2026-02-19T22:46:18.300" v="1198"/>
          <ac:picMkLst>
            <pc:docMk/>
            <pc:sldMk cId="4287434504" sldId="280"/>
            <ac:picMk id="17" creationId="{DEE858B0-1E3E-9ABF-CF71-6C256047D295}"/>
          </ac:picMkLst>
        </pc:picChg>
        <pc:picChg chg="mod">
          <ac:chgData name="Annett, Mark S" userId="e17e4e97-5339-47f5-b773-b68002e504ff" providerId="ADAL" clId="{0E5D829F-6AA9-4B32-BBEE-F5EE6CBEE43B}" dt="2026-02-19T22:46:18.300" v="1198"/>
          <ac:picMkLst>
            <pc:docMk/>
            <pc:sldMk cId="4287434504" sldId="280"/>
            <ac:picMk id="18" creationId="{B1CD8287-0A3F-DD79-CCA5-4D5B6F65B03B}"/>
          </ac:picMkLst>
        </pc:picChg>
      </pc:sldChg>
      <pc:sldChg chg="add del">
        <pc:chgData name="Annett, Mark S" userId="e17e4e97-5339-47f5-b773-b68002e504ff" providerId="ADAL" clId="{0E5D829F-6AA9-4B32-BBEE-F5EE6CBEE43B}" dt="2026-02-19T23:01:10.713" v="1477" actId="47"/>
        <pc:sldMkLst>
          <pc:docMk/>
          <pc:sldMk cId="2390598704" sldId="281"/>
        </pc:sldMkLst>
      </pc:sldChg>
      <pc:sldChg chg="addSp delSp modSp add del mod">
        <pc:chgData name="Annett, Mark S" userId="e17e4e97-5339-47f5-b773-b68002e504ff" providerId="ADAL" clId="{0E5D829F-6AA9-4B32-BBEE-F5EE6CBEE43B}" dt="2026-02-19T23:01:16.704" v="1478" actId="47"/>
        <pc:sldMkLst>
          <pc:docMk/>
          <pc:sldMk cId="2194269529" sldId="282"/>
        </pc:sldMkLst>
        <pc:picChg chg="add del mod">
          <ac:chgData name="Annett, Mark S" userId="e17e4e97-5339-47f5-b773-b68002e504ff" providerId="ADAL" clId="{0E5D829F-6AA9-4B32-BBEE-F5EE6CBEE43B}" dt="2026-02-19T22:51:38.572" v="1392" actId="21"/>
          <ac:picMkLst>
            <pc:docMk/>
            <pc:sldMk cId="2194269529" sldId="282"/>
            <ac:picMk id="14" creationId="{F918FAEC-48F8-B0B0-2FFC-057187A6F88C}"/>
          </ac:picMkLst>
        </pc:picChg>
      </pc:sldChg>
      <pc:sldChg chg="addSp delSp modSp add mod addAnim delAnim modAnim">
        <pc:chgData name="Annett, Mark S" userId="e17e4e97-5339-47f5-b773-b68002e504ff" providerId="ADAL" clId="{0E5D829F-6AA9-4B32-BBEE-F5EE6CBEE43B}" dt="2026-02-20T16:26:24.092" v="3648" actId="20577"/>
        <pc:sldMkLst>
          <pc:docMk/>
          <pc:sldMk cId="622059340" sldId="283"/>
        </pc:sldMkLst>
        <pc:spChg chg="add del">
          <ac:chgData name="Annett, Mark S" userId="e17e4e97-5339-47f5-b773-b68002e504ff" providerId="ADAL" clId="{0E5D829F-6AA9-4B32-BBEE-F5EE6CBEE43B}" dt="2026-02-19T23:02:47.347" v="1493" actId="478"/>
          <ac:spMkLst>
            <pc:docMk/>
            <pc:sldMk cId="622059340" sldId="283"/>
            <ac:spMk id="2" creationId="{F2874DBA-8863-FB80-3EEF-541B3A55EBEC}"/>
          </ac:spMkLst>
        </pc:spChg>
        <pc:spChg chg="mod">
          <ac:chgData name="Annett, Mark S" userId="e17e4e97-5339-47f5-b773-b68002e504ff" providerId="ADAL" clId="{0E5D829F-6AA9-4B32-BBEE-F5EE6CBEE43B}" dt="2026-02-20T14:24:47.168" v="3101" actId="554"/>
          <ac:spMkLst>
            <pc:docMk/>
            <pc:sldMk cId="622059340" sldId="283"/>
            <ac:spMk id="3" creationId="{26F31735-CD0B-069F-6F0D-C99C7EB38E56}"/>
          </ac:spMkLst>
        </pc:spChg>
        <pc:spChg chg="mod">
          <ac:chgData name="Annett, Mark S" userId="e17e4e97-5339-47f5-b773-b68002e504ff" providerId="ADAL" clId="{0E5D829F-6AA9-4B32-BBEE-F5EE6CBEE43B}" dt="2026-02-20T14:24:47.168" v="3101" actId="554"/>
          <ac:spMkLst>
            <pc:docMk/>
            <pc:sldMk cId="622059340" sldId="283"/>
            <ac:spMk id="4" creationId="{DC666F33-53A4-EE8B-3E7C-A20B518F2742}"/>
          </ac:spMkLst>
        </pc:spChg>
        <pc:spChg chg="mod">
          <ac:chgData name="Annett, Mark S" userId="e17e4e97-5339-47f5-b773-b68002e504ff" providerId="ADAL" clId="{0E5D829F-6AA9-4B32-BBEE-F5EE6CBEE43B}" dt="2026-02-20T14:24:47.168" v="3101" actId="554"/>
          <ac:spMkLst>
            <pc:docMk/>
            <pc:sldMk cId="622059340" sldId="283"/>
            <ac:spMk id="5" creationId="{289B3020-C5AE-20EE-CC53-EBC77BED6C8B}"/>
          </ac:spMkLst>
        </pc:spChg>
        <pc:spChg chg="mod">
          <ac:chgData name="Annett, Mark S" userId="e17e4e97-5339-47f5-b773-b68002e504ff" providerId="ADAL" clId="{0E5D829F-6AA9-4B32-BBEE-F5EE6CBEE43B}" dt="2026-02-20T14:24:47.168" v="3101" actId="554"/>
          <ac:spMkLst>
            <pc:docMk/>
            <pc:sldMk cId="622059340" sldId="283"/>
            <ac:spMk id="14" creationId="{8EF5C6AE-1D2F-BA49-5DFE-07312914D853}"/>
          </ac:spMkLst>
        </pc:spChg>
        <pc:spChg chg="add mod">
          <ac:chgData name="Annett, Mark S" userId="e17e4e97-5339-47f5-b773-b68002e504ff" providerId="ADAL" clId="{0E5D829F-6AA9-4B32-BBEE-F5EE6CBEE43B}" dt="2026-02-20T16:26:24.092" v="3648" actId="20577"/>
          <ac:spMkLst>
            <pc:docMk/>
            <pc:sldMk cId="622059340" sldId="283"/>
            <ac:spMk id="20" creationId="{86C8AC74-392A-9696-51B8-FB6F1EB957F1}"/>
          </ac:spMkLst>
        </pc:spChg>
        <pc:spChg chg="add mod">
          <ac:chgData name="Annett, Mark S" userId="e17e4e97-5339-47f5-b773-b68002e504ff" providerId="ADAL" clId="{0E5D829F-6AA9-4B32-BBEE-F5EE6CBEE43B}" dt="2026-02-20T16:26:18.675" v="3647" actId="20577"/>
          <ac:spMkLst>
            <pc:docMk/>
            <pc:sldMk cId="622059340" sldId="283"/>
            <ac:spMk id="21" creationId="{78646759-0B94-1BF2-5F27-6B02F6554FEC}"/>
          </ac:spMkLst>
        </pc:spChg>
        <pc:spChg chg="add mod">
          <ac:chgData name="Annett, Mark S" userId="e17e4e97-5339-47f5-b773-b68002e504ff" providerId="ADAL" clId="{0E5D829F-6AA9-4B32-BBEE-F5EE6CBEE43B}" dt="2026-02-20T16:26:06.292" v="3645" actId="20577"/>
          <ac:spMkLst>
            <pc:docMk/>
            <pc:sldMk cId="622059340" sldId="283"/>
            <ac:spMk id="22" creationId="{F9F648B7-F9A5-02C8-07AB-1021EBD0DCFE}"/>
          </ac:spMkLst>
        </pc:spChg>
        <pc:spChg chg="add mod">
          <ac:chgData name="Annett, Mark S" userId="e17e4e97-5339-47f5-b773-b68002e504ff" providerId="ADAL" clId="{0E5D829F-6AA9-4B32-BBEE-F5EE6CBEE43B}" dt="2026-02-19T22:57:33.907" v="1441" actId="208"/>
          <ac:spMkLst>
            <pc:docMk/>
            <pc:sldMk cId="622059340" sldId="283"/>
            <ac:spMk id="23" creationId="{4B594F22-FE64-B77C-994E-40AEEF2C6073}"/>
          </ac:spMkLst>
        </pc:spChg>
        <pc:spChg chg="add mod">
          <ac:chgData name="Annett, Mark S" userId="e17e4e97-5339-47f5-b773-b68002e504ff" providerId="ADAL" clId="{0E5D829F-6AA9-4B32-BBEE-F5EE6CBEE43B}" dt="2026-02-19T22:58:22.457" v="1467" actId="1038"/>
          <ac:spMkLst>
            <pc:docMk/>
            <pc:sldMk cId="622059340" sldId="283"/>
            <ac:spMk id="24" creationId="{BDC208E9-D64A-DAC8-D3BE-228F8A2B41DD}"/>
          </ac:spMkLst>
        </pc:spChg>
        <pc:spChg chg="add mod">
          <ac:chgData name="Annett, Mark S" userId="e17e4e97-5339-47f5-b773-b68002e504ff" providerId="ADAL" clId="{0E5D829F-6AA9-4B32-BBEE-F5EE6CBEE43B}" dt="2026-02-19T22:58:56.089" v="1476" actId="14100"/>
          <ac:spMkLst>
            <pc:docMk/>
            <pc:sldMk cId="622059340" sldId="283"/>
            <ac:spMk id="25" creationId="{7AE842BD-2F4F-94B4-6826-BE86187E0238}"/>
          </ac:spMkLst>
        </pc:spChg>
        <pc:spChg chg="add del mod">
          <ac:chgData name="Annett, Mark S" userId="e17e4e97-5339-47f5-b773-b68002e504ff" providerId="ADAL" clId="{0E5D829F-6AA9-4B32-BBEE-F5EE6CBEE43B}" dt="2026-02-19T23:01:56.576" v="1481" actId="478"/>
          <ac:spMkLst>
            <pc:docMk/>
            <pc:sldMk cId="622059340" sldId="283"/>
            <ac:spMk id="27" creationId="{761CD015-755D-467A-603C-A95C73CA2352}"/>
          </ac:spMkLst>
        </pc:spChg>
        <pc:spChg chg="add del mod">
          <ac:chgData name="Annett, Mark S" userId="e17e4e97-5339-47f5-b773-b68002e504ff" providerId="ADAL" clId="{0E5D829F-6AA9-4B32-BBEE-F5EE6CBEE43B}" dt="2026-02-19T23:02:51.597" v="1494" actId="478"/>
          <ac:spMkLst>
            <pc:docMk/>
            <pc:sldMk cId="622059340" sldId="283"/>
            <ac:spMk id="29" creationId="{C70A8019-A1BC-6813-B8A1-7FC1C495E634}"/>
          </ac:spMkLst>
        </pc:spChg>
        <pc:spChg chg="add mod">
          <ac:chgData name="Annett, Mark S" userId="e17e4e97-5339-47f5-b773-b68002e504ff" providerId="ADAL" clId="{0E5D829F-6AA9-4B32-BBEE-F5EE6CBEE43B}" dt="2026-02-19T23:02:53.402" v="1495"/>
          <ac:spMkLst>
            <pc:docMk/>
            <pc:sldMk cId="622059340" sldId="283"/>
            <ac:spMk id="30" creationId="{1599C166-3581-C74D-0F72-A42417FCF14E}"/>
          </ac:spMkLst>
        </pc:spChg>
        <pc:spChg chg="add mod ord">
          <ac:chgData name="Annett, Mark S" userId="e17e4e97-5339-47f5-b773-b68002e504ff" providerId="ADAL" clId="{0E5D829F-6AA9-4B32-BBEE-F5EE6CBEE43B}" dt="2026-02-20T14:16:41.684" v="3036" actId="170"/>
          <ac:spMkLst>
            <pc:docMk/>
            <pc:sldMk cId="622059340" sldId="283"/>
            <ac:spMk id="31" creationId="{91BEDF5B-D574-4C9F-67AA-0C7C5DB06ACE}"/>
          </ac:spMkLst>
        </pc:spChg>
        <pc:spChg chg="add mod">
          <ac:chgData name="Annett, Mark S" userId="e17e4e97-5339-47f5-b773-b68002e504ff" providerId="ADAL" clId="{0E5D829F-6AA9-4B32-BBEE-F5EE6CBEE43B}" dt="2026-02-20T16:12:44.339" v="3631" actId="14100"/>
          <ac:spMkLst>
            <pc:docMk/>
            <pc:sldMk cId="622059340" sldId="283"/>
            <ac:spMk id="32" creationId="{5A98F5E0-B1EA-163C-DE41-E9084F0DF2DB}"/>
          </ac:spMkLst>
        </pc:spChg>
        <pc:grpChg chg="del">
          <ac:chgData name="Annett, Mark S" userId="e17e4e97-5339-47f5-b773-b68002e504ff" providerId="ADAL" clId="{0E5D829F-6AA9-4B32-BBEE-F5EE6CBEE43B}" dt="2026-02-19T22:46:55.857" v="1200" actId="478"/>
          <ac:grpSpMkLst>
            <pc:docMk/>
            <pc:sldMk cId="622059340" sldId="283"/>
            <ac:grpSpMk id="11" creationId="{D8CF2FD9-21F5-3410-2783-7521F3B6DE62}"/>
          </ac:grpSpMkLst>
        </pc:grpChg>
        <pc:grpChg chg="add mod ord">
          <ac:chgData name="Annett, Mark S" userId="e17e4e97-5339-47f5-b773-b68002e504ff" providerId="ADAL" clId="{0E5D829F-6AA9-4B32-BBEE-F5EE6CBEE43B}" dt="2026-02-19T22:47:07.121" v="1202" actId="167"/>
          <ac:grpSpMkLst>
            <pc:docMk/>
            <pc:sldMk cId="622059340" sldId="283"/>
            <ac:grpSpMk id="16" creationId="{65BAAC4E-DD52-053D-D435-580D10B6230D}"/>
          </ac:grpSpMkLst>
        </pc:grpChg>
        <pc:picChg chg="mod">
          <ac:chgData name="Annett, Mark S" userId="e17e4e97-5339-47f5-b773-b68002e504ff" providerId="ADAL" clId="{0E5D829F-6AA9-4B32-BBEE-F5EE6CBEE43B}" dt="2026-02-19T22:36:40.256" v="1177" actId="1076"/>
          <ac:picMkLst>
            <pc:docMk/>
            <pc:sldMk cId="622059340" sldId="283"/>
            <ac:picMk id="6" creationId="{79DD9B9F-B5CD-6532-ECF9-48FBB4805D4F}"/>
          </ac:picMkLst>
        </pc:picChg>
        <pc:picChg chg="mod">
          <ac:chgData name="Annett, Mark S" userId="e17e4e97-5339-47f5-b773-b68002e504ff" providerId="ADAL" clId="{0E5D829F-6AA9-4B32-BBEE-F5EE6CBEE43B}" dt="2026-02-19T22:47:53.070" v="1381" actId="1036"/>
          <ac:picMkLst>
            <pc:docMk/>
            <pc:sldMk cId="622059340" sldId="283"/>
            <ac:picMk id="7" creationId="{B17075B9-4CC6-D7A5-24A5-985E26DE6F01}"/>
          </ac:picMkLst>
        </pc:picChg>
        <pc:picChg chg="add del mod">
          <ac:chgData name="Annett, Mark S" userId="e17e4e97-5339-47f5-b773-b68002e504ff" providerId="ADAL" clId="{0E5D829F-6AA9-4B32-BBEE-F5EE6CBEE43B}" dt="2026-02-19T22:39:29.436" v="1184" actId="478"/>
          <ac:picMkLst>
            <pc:docMk/>
            <pc:sldMk cId="622059340" sldId="283"/>
            <ac:picMk id="10" creationId="{38981AA6-27A8-0402-24A7-8A9AFF1D7554}"/>
          </ac:picMkLst>
        </pc:picChg>
        <pc:picChg chg="mod">
          <ac:chgData name="Annett, Mark S" userId="e17e4e97-5339-47f5-b773-b68002e504ff" providerId="ADAL" clId="{0E5D829F-6AA9-4B32-BBEE-F5EE6CBEE43B}" dt="2026-02-19T22:47:39.408" v="1371" actId="1038"/>
          <ac:picMkLst>
            <pc:docMk/>
            <pc:sldMk cId="622059340" sldId="283"/>
            <ac:picMk id="15" creationId="{F981784E-2B6A-5E6F-2CB0-19BAF6B0E703}"/>
          </ac:picMkLst>
        </pc:picChg>
        <pc:picChg chg="mod">
          <ac:chgData name="Annett, Mark S" userId="e17e4e97-5339-47f5-b773-b68002e504ff" providerId="ADAL" clId="{0E5D829F-6AA9-4B32-BBEE-F5EE6CBEE43B}" dt="2026-02-19T22:46:59.063" v="1201"/>
          <ac:picMkLst>
            <pc:docMk/>
            <pc:sldMk cId="622059340" sldId="283"/>
            <ac:picMk id="17" creationId="{01ED0D84-3A99-FF73-502B-8CB83251D530}"/>
          </ac:picMkLst>
        </pc:picChg>
        <pc:picChg chg="mod">
          <ac:chgData name="Annett, Mark S" userId="e17e4e97-5339-47f5-b773-b68002e504ff" providerId="ADAL" clId="{0E5D829F-6AA9-4B32-BBEE-F5EE6CBEE43B}" dt="2026-02-19T22:46:59.063" v="1201"/>
          <ac:picMkLst>
            <pc:docMk/>
            <pc:sldMk cId="622059340" sldId="283"/>
            <ac:picMk id="18" creationId="{F1568F8F-B92F-3433-5EBA-9613B1E61572}"/>
          </ac:picMkLst>
        </pc:picChg>
        <pc:picChg chg="add del mod">
          <ac:chgData name="Annett, Mark S" userId="e17e4e97-5339-47f5-b773-b68002e504ff" providerId="ADAL" clId="{0E5D829F-6AA9-4B32-BBEE-F5EE6CBEE43B}" dt="2026-02-19T23:01:59.431" v="1482" actId="478"/>
          <ac:picMkLst>
            <pc:docMk/>
            <pc:sldMk cId="622059340" sldId="283"/>
            <ac:picMk id="19" creationId="{F918FAEC-48F8-B0B0-2FFC-057187A6F88C}"/>
          </ac:picMkLst>
        </pc:picChg>
      </pc:sldChg>
      <pc:sldChg chg="addSp modSp new mod addAnim delAnim modAnim">
        <pc:chgData name="Annett, Mark S" userId="e17e4e97-5339-47f5-b773-b68002e504ff" providerId="ADAL" clId="{0E5D829F-6AA9-4B32-BBEE-F5EE6CBEE43B}" dt="2026-02-20T14:23:16.311" v="3096" actId="6549"/>
        <pc:sldMkLst>
          <pc:docMk/>
          <pc:sldMk cId="3850148701" sldId="284"/>
        </pc:sldMkLst>
        <pc:spChg chg="mod">
          <ac:chgData name="Annett, Mark S" userId="e17e4e97-5339-47f5-b773-b68002e504ff" providerId="ADAL" clId="{0E5D829F-6AA9-4B32-BBEE-F5EE6CBEE43B}" dt="2026-02-19T23:03:23.905" v="1497"/>
          <ac:spMkLst>
            <pc:docMk/>
            <pc:sldMk cId="3850148701" sldId="284"/>
            <ac:spMk id="2" creationId="{E1097B92-80CB-81A7-C785-E32759751A7C}"/>
          </ac:spMkLst>
        </pc:spChg>
        <pc:spChg chg="mod">
          <ac:chgData name="Annett, Mark S" userId="e17e4e97-5339-47f5-b773-b68002e504ff" providerId="ADAL" clId="{0E5D829F-6AA9-4B32-BBEE-F5EE6CBEE43B}" dt="2026-02-20T14:23:16.311" v="3096" actId="6549"/>
          <ac:spMkLst>
            <pc:docMk/>
            <pc:sldMk cId="3850148701" sldId="284"/>
            <ac:spMk id="3" creationId="{DFDC7136-CED9-32FA-DF98-6BE3C692706C}"/>
          </ac:spMkLst>
        </pc:spChg>
        <pc:spChg chg="mod">
          <ac:chgData name="Annett, Mark S" userId="e17e4e97-5339-47f5-b773-b68002e504ff" providerId="ADAL" clId="{0E5D829F-6AA9-4B32-BBEE-F5EE6CBEE43B}" dt="2026-02-20T13:54:18.836" v="2982" actId="14100"/>
          <ac:spMkLst>
            <pc:docMk/>
            <pc:sldMk cId="3850148701" sldId="284"/>
            <ac:spMk id="6" creationId="{F8A938E0-9362-8CAB-D0E5-3A0F5B617F37}"/>
          </ac:spMkLst>
        </pc:spChg>
        <pc:grpChg chg="add mod">
          <ac:chgData name="Annett, Mark S" userId="e17e4e97-5339-47f5-b773-b68002e504ff" providerId="ADAL" clId="{0E5D829F-6AA9-4B32-BBEE-F5EE6CBEE43B}" dt="2026-02-20T13:54:18.877" v="2983" actId="27636"/>
          <ac:grpSpMkLst>
            <pc:docMk/>
            <pc:sldMk cId="3850148701" sldId="284"/>
            <ac:grpSpMk id="4" creationId="{1C6B4710-8B3D-01D1-5F9F-091068942329}"/>
          </ac:grpSpMkLst>
        </pc:grpChg>
        <pc:picChg chg="mod">
          <ac:chgData name="Annett, Mark S" userId="e17e4e97-5339-47f5-b773-b68002e504ff" providerId="ADAL" clId="{0E5D829F-6AA9-4B32-BBEE-F5EE6CBEE43B}" dt="2026-02-20T13:54:18.836" v="2982" actId="14100"/>
          <ac:picMkLst>
            <pc:docMk/>
            <pc:sldMk cId="3850148701" sldId="284"/>
            <ac:picMk id="5" creationId="{0E9D7BF3-6C60-E7C3-C94B-7939C862F529}"/>
          </ac:picMkLst>
        </pc:picChg>
      </pc:sldChg>
      <pc:sldChg chg="addSp delSp modSp new mod addAnim delAnim modAnim">
        <pc:chgData name="Annett, Mark S" userId="e17e4e97-5339-47f5-b773-b68002e504ff" providerId="ADAL" clId="{0E5D829F-6AA9-4B32-BBEE-F5EE6CBEE43B}" dt="2026-02-20T13:14:27.838" v="2581"/>
        <pc:sldMkLst>
          <pc:docMk/>
          <pc:sldMk cId="3234088154" sldId="285"/>
        </pc:sldMkLst>
        <pc:spChg chg="mod">
          <ac:chgData name="Annett, Mark S" userId="e17e4e97-5339-47f5-b773-b68002e504ff" providerId="ADAL" clId="{0E5D829F-6AA9-4B32-BBEE-F5EE6CBEE43B}" dt="2026-02-19T23:05:30.877" v="1519"/>
          <ac:spMkLst>
            <pc:docMk/>
            <pc:sldMk cId="3234088154" sldId="285"/>
            <ac:spMk id="2" creationId="{5AE40EC5-1C93-10A9-4898-14B87FFD2EF1}"/>
          </ac:spMkLst>
        </pc:spChg>
        <pc:spChg chg="mod">
          <ac:chgData name="Annett, Mark S" userId="e17e4e97-5339-47f5-b773-b68002e504ff" providerId="ADAL" clId="{0E5D829F-6AA9-4B32-BBEE-F5EE6CBEE43B}" dt="2026-02-20T13:12:58.209" v="2579" actId="27636"/>
          <ac:spMkLst>
            <pc:docMk/>
            <pc:sldMk cId="3234088154" sldId="285"/>
            <ac:spMk id="3" creationId="{79A93E70-B229-62A3-C21C-0E33D45567CC}"/>
          </ac:spMkLst>
        </pc:spChg>
        <pc:spChg chg="add mod">
          <ac:chgData name="Annett, Mark S" userId="e17e4e97-5339-47f5-b773-b68002e504ff" providerId="ADAL" clId="{0E5D829F-6AA9-4B32-BBEE-F5EE6CBEE43B}" dt="2026-02-20T12:54:22.984" v="2099" actId="1076"/>
          <ac:spMkLst>
            <pc:docMk/>
            <pc:sldMk cId="3234088154" sldId="285"/>
            <ac:spMk id="5" creationId="{9DCFC731-FEA4-FBD4-42F9-9A0AB19BCF15}"/>
          </ac:spMkLst>
        </pc:spChg>
        <pc:spChg chg="add del">
          <ac:chgData name="Annett, Mark S" userId="e17e4e97-5339-47f5-b773-b68002e504ff" providerId="ADAL" clId="{0E5D829F-6AA9-4B32-BBEE-F5EE6CBEE43B}" dt="2026-02-20T12:55:37.600" v="2101" actId="478"/>
          <ac:spMkLst>
            <pc:docMk/>
            <pc:sldMk cId="3234088154" sldId="285"/>
            <ac:spMk id="6" creationId="{C7395F47-045C-390B-5B54-44E2C47EDF29}"/>
          </ac:spMkLst>
        </pc:spChg>
        <pc:spChg chg="add mod">
          <ac:chgData name="Annett, Mark S" userId="e17e4e97-5339-47f5-b773-b68002e504ff" providerId="ADAL" clId="{0E5D829F-6AA9-4B32-BBEE-F5EE6CBEE43B}" dt="2026-02-20T12:56:47.421" v="2112" actId="1038"/>
          <ac:spMkLst>
            <pc:docMk/>
            <pc:sldMk cId="3234088154" sldId="285"/>
            <ac:spMk id="7" creationId="{C57C3A8F-56F8-2D37-B020-0A98A834F6A3}"/>
          </ac:spMkLst>
        </pc:spChg>
        <pc:spChg chg="add mod">
          <ac:chgData name="Annett, Mark S" userId="e17e4e97-5339-47f5-b773-b68002e504ff" providerId="ADAL" clId="{0E5D829F-6AA9-4B32-BBEE-F5EE6CBEE43B}" dt="2026-02-20T12:57:16.064" v="2198" actId="1038"/>
          <ac:spMkLst>
            <pc:docMk/>
            <pc:sldMk cId="3234088154" sldId="285"/>
            <ac:spMk id="8" creationId="{2BB09348-6167-886A-13AA-66CFDFA9CFA0}"/>
          </ac:spMkLst>
        </pc:spChg>
        <pc:spChg chg="add mod">
          <ac:chgData name="Annett, Mark S" userId="e17e4e97-5339-47f5-b773-b68002e504ff" providerId="ADAL" clId="{0E5D829F-6AA9-4B32-BBEE-F5EE6CBEE43B}" dt="2026-02-20T12:57:34.785" v="2256" actId="1035"/>
          <ac:spMkLst>
            <pc:docMk/>
            <pc:sldMk cId="3234088154" sldId="285"/>
            <ac:spMk id="9" creationId="{9B5E1EA1-B71A-ACDB-FD77-FA49441D4FD9}"/>
          </ac:spMkLst>
        </pc:spChg>
        <pc:spChg chg="add mod">
          <ac:chgData name="Annett, Mark S" userId="e17e4e97-5339-47f5-b773-b68002e504ff" providerId="ADAL" clId="{0E5D829F-6AA9-4B32-BBEE-F5EE6CBEE43B}" dt="2026-02-20T13:06:02.935" v="2533" actId="1076"/>
          <ac:spMkLst>
            <pc:docMk/>
            <pc:sldMk cId="3234088154" sldId="285"/>
            <ac:spMk id="12" creationId="{DA83895B-1EC4-4988-33D0-C5C10DD06FED}"/>
          </ac:spMkLst>
        </pc:spChg>
        <pc:spChg chg="add mod">
          <ac:chgData name="Annett, Mark S" userId="e17e4e97-5339-47f5-b773-b68002e504ff" providerId="ADAL" clId="{0E5D829F-6AA9-4B32-BBEE-F5EE6CBEE43B}" dt="2026-02-20T13:06:02.935" v="2533" actId="1076"/>
          <ac:spMkLst>
            <pc:docMk/>
            <pc:sldMk cId="3234088154" sldId="285"/>
            <ac:spMk id="13" creationId="{18018F33-5187-3EFF-B7F0-9124552BA458}"/>
          </ac:spMkLst>
        </pc:spChg>
        <pc:spChg chg="add mod">
          <ac:chgData name="Annett, Mark S" userId="e17e4e97-5339-47f5-b773-b68002e504ff" providerId="ADAL" clId="{0E5D829F-6AA9-4B32-BBEE-F5EE6CBEE43B}" dt="2026-02-20T13:06:02.935" v="2533" actId="1076"/>
          <ac:spMkLst>
            <pc:docMk/>
            <pc:sldMk cId="3234088154" sldId="285"/>
            <ac:spMk id="14" creationId="{7581343A-9237-DE5E-E561-4BF3B40ABB3C}"/>
          </ac:spMkLst>
        </pc:spChg>
        <pc:spChg chg="add mod">
          <ac:chgData name="Annett, Mark S" userId="e17e4e97-5339-47f5-b773-b68002e504ff" providerId="ADAL" clId="{0E5D829F-6AA9-4B32-BBEE-F5EE6CBEE43B}" dt="2026-02-20T13:06:02.935" v="2533" actId="1076"/>
          <ac:spMkLst>
            <pc:docMk/>
            <pc:sldMk cId="3234088154" sldId="285"/>
            <ac:spMk id="15" creationId="{E8F294E7-6DC6-0CE5-6C54-6AD885406DFD}"/>
          </ac:spMkLst>
        </pc:spChg>
        <pc:spChg chg="add mod">
          <ac:chgData name="Annett, Mark S" userId="e17e4e97-5339-47f5-b773-b68002e504ff" providerId="ADAL" clId="{0E5D829F-6AA9-4B32-BBEE-F5EE6CBEE43B}" dt="2026-02-20T13:01:51.202" v="2518" actId="554"/>
          <ac:spMkLst>
            <pc:docMk/>
            <pc:sldMk cId="3234088154" sldId="285"/>
            <ac:spMk id="16" creationId="{2B581470-CC47-1E79-0B10-A4B5F8207650}"/>
          </ac:spMkLst>
        </pc:spChg>
        <pc:picChg chg="add mod">
          <ac:chgData name="Annett, Mark S" userId="e17e4e97-5339-47f5-b773-b68002e504ff" providerId="ADAL" clId="{0E5D829F-6AA9-4B32-BBEE-F5EE6CBEE43B}" dt="2026-02-19T23:13:49.808" v="1529" actId="1076"/>
          <ac:picMkLst>
            <pc:docMk/>
            <pc:sldMk cId="3234088154" sldId="285"/>
            <ac:picMk id="4" creationId="{B7077738-CF4D-6C62-96F6-CCEDA2C47628}"/>
          </ac:picMkLst>
        </pc:picChg>
        <pc:cxnChg chg="add del mod">
          <ac:chgData name="Annett, Mark S" userId="e17e4e97-5339-47f5-b773-b68002e504ff" providerId="ADAL" clId="{0E5D829F-6AA9-4B32-BBEE-F5EE6CBEE43B}" dt="2026-02-20T12:59:27.855" v="2261" actId="478"/>
          <ac:cxnSpMkLst>
            <pc:docMk/>
            <pc:sldMk cId="3234088154" sldId="285"/>
            <ac:cxnSpMk id="11" creationId="{C0C3A8C2-134C-D865-3D01-DAA4E4E6EEDD}"/>
          </ac:cxnSpMkLst>
        </pc:cxnChg>
      </pc:sldChg>
      <pc:sldChg chg="addSp delSp modSp new add del mod modAnim">
        <pc:chgData name="Annett, Mark S" userId="e17e4e97-5339-47f5-b773-b68002e504ff" providerId="ADAL" clId="{0E5D829F-6AA9-4B32-BBEE-F5EE6CBEE43B}" dt="2026-02-20T16:29:08.450" v="3656"/>
        <pc:sldMkLst>
          <pc:docMk/>
          <pc:sldMk cId="1091275877" sldId="286"/>
        </pc:sldMkLst>
        <pc:spChg chg="mod">
          <ac:chgData name="Annett, Mark S" userId="e17e4e97-5339-47f5-b773-b68002e504ff" providerId="ADAL" clId="{0E5D829F-6AA9-4B32-BBEE-F5EE6CBEE43B}" dt="2026-02-20T04:40:36.741" v="1678" actId="20577"/>
          <ac:spMkLst>
            <pc:docMk/>
            <pc:sldMk cId="1091275877" sldId="286"/>
            <ac:spMk id="2" creationId="{13B9CAED-13DB-2A39-98E0-36FF8707B0F9}"/>
          </ac:spMkLst>
        </pc:spChg>
        <pc:spChg chg="del">
          <ac:chgData name="Annett, Mark S" userId="e17e4e97-5339-47f5-b773-b68002e504ff" providerId="ADAL" clId="{0E5D829F-6AA9-4B32-BBEE-F5EE6CBEE43B}" dt="2026-02-19T23:27:35.607" v="1561" actId="478"/>
          <ac:spMkLst>
            <pc:docMk/>
            <pc:sldMk cId="1091275877" sldId="286"/>
            <ac:spMk id="3" creationId="{853CFB76-4236-C7BE-B744-37CCCA8752B6}"/>
          </ac:spMkLst>
        </pc:spChg>
        <pc:spChg chg="add mod">
          <ac:chgData name="Annett, Mark S" userId="e17e4e97-5339-47f5-b773-b68002e504ff" providerId="ADAL" clId="{0E5D829F-6AA9-4B32-BBEE-F5EE6CBEE43B}" dt="2026-02-20T04:55:25.522" v="1771" actId="14100"/>
          <ac:spMkLst>
            <pc:docMk/>
            <pc:sldMk cId="1091275877" sldId="286"/>
            <ac:spMk id="7" creationId="{9E6E2FF7-1B81-E78F-C027-E71051454B12}"/>
          </ac:spMkLst>
        </pc:spChg>
        <pc:spChg chg="add mod">
          <ac:chgData name="Annett, Mark S" userId="e17e4e97-5339-47f5-b773-b68002e504ff" providerId="ADAL" clId="{0E5D829F-6AA9-4B32-BBEE-F5EE6CBEE43B}" dt="2026-02-20T12:39:57.970" v="1998" actId="207"/>
          <ac:spMkLst>
            <pc:docMk/>
            <pc:sldMk cId="1091275877" sldId="286"/>
            <ac:spMk id="8" creationId="{D662D015-23B3-8610-270D-5C3BCB72D94C}"/>
          </ac:spMkLst>
        </pc:spChg>
        <pc:spChg chg="add mod ord">
          <ac:chgData name="Annett, Mark S" userId="e17e4e97-5339-47f5-b773-b68002e504ff" providerId="ADAL" clId="{0E5D829F-6AA9-4B32-BBEE-F5EE6CBEE43B}" dt="2026-02-20T13:18:48.995" v="2590" actId="171"/>
          <ac:spMkLst>
            <pc:docMk/>
            <pc:sldMk cId="1091275877" sldId="286"/>
            <ac:spMk id="9" creationId="{C3A942B2-23E8-9F70-C4F5-B149B9398456}"/>
          </ac:spMkLst>
        </pc:spChg>
        <pc:spChg chg="add mod">
          <ac:chgData name="Annett, Mark S" userId="e17e4e97-5339-47f5-b773-b68002e504ff" providerId="ADAL" clId="{0E5D829F-6AA9-4B32-BBEE-F5EE6CBEE43B}" dt="2026-02-20T13:19:55.641" v="2596" actId="208"/>
          <ac:spMkLst>
            <pc:docMk/>
            <pc:sldMk cId="1091275877" sldId="286"/>
            <ac:spMk id="10" creationId="{9E8A5AB6-C68C-EED4-2421-80AC00AF4545}"/>
          </ac:spMkLst>
        </pc:spChg>
        <pc:spChg chg="add mod">
          <ac:chgData name="Annett, Mark S" userId="e17e4e97-5339-47f5-b773-b68002e504ff" providerId="ADAL" clId="{0E5D829F-6AA9-4B32-BBEE-F5EE6CBEE43B}" dt="2026-02-20T16:28:24.484" v="3652" actId="14100"/>
          <ac:spMkLst>
            <pc:docMk/>
            <pc:sldMk cId="1091275877" sldId="286"/>
            <ac:spMk id="11" creationId="{E0241DAB-A3A4-2E66-2002-7842CE1046A2}"/>
          </ac:spMkLst>
        </pc:spChg>
        <pc:graphicFrameChg chg="add mod">
          <ac:chgData name="Annett, Mark S" userId="e17e4e97-5339-47f5-b773-b68002e504ff" providerId="ADAL" clId="{0E5D829F-6AA9-4B32-BBEE-F5EE6CBEE43B}" dt="2026-02-20T04:47:27.655" v="1679"/>
          <ac:graphicFrameMkLst>
            <pc:docMk/>
            <pc:sldMk cId="1091275877" sldId="286"/>
            <ac:graphicFrameMk id="4" creationId="{F52D6E85-C0C9-C27D-4EDA-59609FCE0E3E}"/>
          </ac:graphicFrameMkLst>
        </pc:graphicFrameChg>
        <pc:picChg chg="add mod">
          <ac:chgData name="Annett, Mark S" userId="e17e4e97-5339-47f5-b773-b68002e504ff" providerId="ADAL" clId="{0E5D829F-6AA9-4B32-BBEE-F5EE6CBEE43B}" dt="2026-02-20T04:49:01.175" v="1683" actId="14100"/>
          <ac:picMkLst>
            <pc:docMk/>
            <pc:sldMk cId="1091275877" sldId="286"/>
            <ac:picMk id="6" creationId="{8AA5501E-BF29-C02A-A83E-C182EA49E104}"/>
          </ac:picMkLst>
        </pc:picChg>
      </pc:sldChg>
      <pc:sldChg chg="addSp delSp modSp new mod addAnim delAnim modAnim">
        <pc:chgData name="Annett, Mark S" userId="e17e4e97-5339-47f5-b773-b68002e504ff" providerId="ADAL" clId="{0E5D829F-6AA9-4B32-BBEE-F5EE6CBEE43B}" dt="2026-02-20T16:15:09.297" v="3642" actId="14100"/>
        <pc:sldMkLst>
          <pc:docMk/>
          <pc:sldMk cId="75178651" sldId="287"/>
        </pc:sldMkLst>
        <pc:spChg chg="mod">
          <ac:chgData name="Annett, Mark S" userId="e17e4e97-5339-47f5-b773-b68002e504ff" providerId="ADAL" clId="{0E5D829F-6AA9-4B32-BBEE-F5EE6CBEE43B}" dt="2026-02-20T13:31:55.113" v="2653" actId="20577"/>
          <ac:spMkLst>
            <pc:docMk/>
            <pc:sldMk cId="75178651" sldId="287"/>
            <ac:spMk id="2" creationId="{80ED7FB9-45DE-687C-46DE-B84058A46755}"/>
          </ac:spMkLst>
        </pc:spChg>
        <pc:spChg chg="mod">
          <ac:chgData name="Annett, Mark S" userId="e17e4e97-5339-47f5-b773-b68002e504ff" providerId="ADAL" clId="{0E5D829F-6AA9-4B32-BBEE-F5EE6CBEE43B}" dt="2026-02-20T14:07:38.514" v="2994" actId="6549"/>
          <ac:spMkLst>
            <pc:docMk/>
            <pc:sldMk cId="75178651" sldId="287"/>
            <ac:spMk id="3" creationId="{671C249D-45B3-6B79-9E88-9122F7B8CF44}"/>
          </ac:spMkLst>
        </pc:spChg>
        <pc:spChg chg="add mod topLvl">
          <ac:chgData name="Annett, Mark S" userId="e17e4e97-5339-47f5-b773-b68002e504ff" providerId="ADAL" clId="{0E5D829F-6AA9-4B32-BBEE-F5EE6CBEE43B}" dt="2026-02-20T16:15:09.297" v="3642" actId="14100"/>
          <ac:spMkLst>
            <pc:docMk/>
            <pc:sldMk cId="75178651" sldId="287"/>
            <ac:spMk id="6" creationId="{C9E3C63F-E6D2-5717-3EEB-78807FF3ABD2}"/>
          </ac:spMkLst>
        </pc:spChg>
        <pc:spChg chg="mod">
          <ac:chgData name="Annett, Mark S" userId="e17e4e97-5339-47f5-b773-b68002e504ff" providerId="ADAL" clId="{0E5D829F-6AA9-4B32-BBEE-F5EE6CBEE43B}" dt="2026-02-20T13:35:39.667" v="2732" actId="1038"/>
          <ac:spMkLst>
            <pc:docMk/>
            <pc:sldMk cId="75178651" sldId="287"/>
            <ac:spMk id="11" creationId="{5B01E002-4D3B-8E69-3D97-6C5F86314C7E}"/>
          </ac:spMkLst>
        </pc:spChg>
        <pc:grpChg chg="add del mod">
          <ac:chgData name="Annett, Mark S" userId="e17e4e97-5339-47f5-b773-b68002e504ff" providerId="ADAL" clId="{0E5D829F-6AA9-4B32-BBEE-F5EE6CBEE43B}" dt="2026-02-20T13:32:42.406" v="2656" actId="165"/>
          <ac:grpSpMkLst>
            <pc:docMk/>
            <pc:sldMk cId="75178651" sldId="287"/>
            <ac:grpSpMk id="7" creationId="{296800AD-546C-C521-CAE3-4E8FBBC239A0}"/>
          </ac:grpSpMkLst>
        </pc:grpChg>
        <pc:grpChg chg="add mod">
          <ac:chgData name="Annett, Mark S" userId="e17e4e97-5339-47f5-b773-b68002e504ff" providerId="ADAL" clId="{0E5D829F-6AA9-4B32-BBEE-F5EE6CBEE43B}" dt="2026-02-20T16:15:09.297" v="3642" actId="14100"/>
          <ac:grpSpMkLst>
            <pc:docMk/>
            <pc:sldMk cId="75178651" sldId="287"/>
            <ac:grpSpMk id="8" creationId="{BAA2AA7B-8287-4EA6-32ED-37D217029000}"/>
          </ac:grpSpMkLst>
        </pc:grpChg>
        <pc:grpChg chg="add mod">
          <ac:chgData name="Annett, Mark S" userId="e17e4e97-5339-47f5-b773-b68002e504ff" providerId="ADAL" clId="{0E5D829F-6AA9-4B32-BBEE-F5EE6CBEE43B}" dt="2026-02-20T13:35:54.519" v="2733" actId="167"/>
          <ac:grpSpMkLst>
            <pc:docMk/>
            <pc:sldMk cId="75178651" sldId="287"/>
            <ac:grpSpMk id="9" creationId="{4104CB7F-FE46-2BB0-1F7D-A8AA39BBB5EC}"/>
          </ac:grpSpMkLst>
        </pc:grpChg>
        <pc:picChg chg="add mod">
          <ac:chgData name="Annett, Mark S" userId="e17e4e97-5339-47f5-b773-b68002e504ff" providerId="ADAL" clId="{0E5D829F-6AA9-4B32-BBEE-F5EE6CBEE43B}" dt="2026-02-19T23:28:58.540" v="1574" actId="1076"/>
          <ac:picMkLst>
            <pc:docMk/>
            <pc:sldMk cId="75178651" sldId="287"/>
            <ac:picMk id="4" creationId="{68F038D1-9CB4-CDCE-8213-EB15011D99E3}"/>
          </ac:picMkLst>
        </pc:picChg>
        <pc:picChg chg="add mod topLvl">
          <ac:chgData name="Annett, Mark S" userId="e17e4e97-5339-47f5-b773-b68002e504ff" providerId="ADAL" clId="{0E5D829F-6AA9-4B32-BBEE-F5EE6CBEE43B}" dt="2026-02-20T16:15:09.297" v="3642" actId="14100"/>
          <ac:picMkLst>
            <pc:docMk/>
            <pc:sldMk cId="75178651" sldId="287"/>
            <ac:picMk id="5" creationId="{A2F8445F-699A-226B-E220-DBD553450081}"/>
          </ac:picMkLst>
        </pc:picChg>
        <pc:picChg chg="mod">
          <ac:chgData name="Annett, Mark S" userId="e17e4e97-5339-47f5-b773-b68002e504ff" providerId="ADAL" clId="{0E5D829F-6AA9-4B32-BBEE-F5EE6CBEE43B}" dt="2026-02-20T13:35:39.667" v="2732" actId="1038"/>
          <ac:picMkLst>
            <pc:docMk/>
            <pc:sldMk cId="75178651" sldId="287"/>
            <ac:picMk id="10" creationId="{6E85EF2A-D9FA-50B5-39B1-FEC5F70EB36E}"/>
          </ac:picMkLst>
        </pc:picChg>
      </pc:sldChg>
      <pc:sldChg chg="addSp delSp modSp new mod addAnim delAnim modAnim">
        <pc:chgData name="Annett, Mark S" userId="e17e4e97-5339-47f5-b773-b68002e504ff" providerId="ADAL" clId="{0E5D829F-6AA9-4B32-BBEE-F5EE6CBEE43B}" dt="2026-02-20T13:30:00.554" v="2628"/>
        <pc:sldMkLst>
          <pc:docMk/>
          <pc:sldMk cId="3780285170" sldId="288"/>
        </pc:sldMkLst>
        <pc:spChg chg="mod">
          <ac:chgData name="Annett, Mark S" userId="e17e4e97-5339-47f5-b773-b68002e504ff" providerId="ADAL" clId="{0E5D829F-6AA9-4B32-BBEE-F5EE6CBEE43B}" dt="2026-02-20T05:00:50.230" v="1811"/>
          <ac:spMkLst>
            <pc:docMk/>
            <pc:sldMk cId="3780285170" sldId="288"/>
            <ac:spMk id="2" creationId="{F2D59755-E7F5-E7C5-A7EC-2A393FE016D0}"/>
          </ac:spMkLst>
        </pc:spChg>
        <pc:spChg chg="del">
          <ac:chgData name="Annett, Mark S" userId="e17e4e97-5339-47f5-b773-b68002e504ff" providerId="ADAL" clId="{0E5D829F-6AA9-4B32-BBEE-F5EE6CBEE43B}" dt="2026-02-20T04:33:46.161" v="1606" actId="478"/>
          <ac:spMkLst>
            <pc:docMk/>
            <pc:sldMk cId="3780285170" sldId="288"/>
            <ac:spMk id="3" creationId="{1CDD4227-029B-F9BF-62F5-93CAB6289F68}"/>
          </ac:spMkLst>
        </pc:spChg>
        <pc:spChg chg="add del mod">
          <ac:chgData name="Annett, Mark S" userId="e17e4e97-5339-47f5-b773-b68002e504ff" providerId="ADAL" clId="{0E5D829F-6AA9-4B32-BBEE-F5EE6CBEE43B}" dt="2026-02-20T05:08:40.258" v="1854" actId="478"/>
          <ac:spMkLst>
            <pc:docMk/>
            <pc:sldMk cId="3780285170" sldId="288"/>
            <ac:spMk id="11" creationId="{883DEE2E-0E81-0312-2880-93D3418C2C32}"/>
          </ac:spMkLst>
        </pc:spChg>
        <pc:spChg chg="add mod">
          <ac:chgData name="Annett, Mark S" userId="e17e4e97-5339-47f5-b773-b68002e504ff" providerId="ADAL" clId="{0E5D829F-6AA9-4B32-BBEE-F5EE6CBEE43B}" dt="2026-02-20T05:09:57.404" v="1863" actId="14100"/>
          <ac:spMkLst>
            <pc:docMk/>
            <pc:sldMk cId="3780285170" sldId="288"/>
            <ac:spMk id="14" creationId="{596187FA-0ED2-D5B5-49AF-A39C178311D4}"/>
          </ac:spMkLst>
        </pc:spChg>
        <pc:spChg chg="add mod">
          <ac:chgData name="Annett, Mark S" userId="e17e4e97-5339-47f5-b773-b68002e504ff" providerId="ADAL" clId="{0E5D829F-6AA9-4B32-BBEE-F5EE6CBEE43B}" dt="2026-02-20T05:10:18.455" v="1866" actId="13822"/>
          <ac:spMkLst>
            <pc:docMk/>
            <pc:sldMk cId="3780285170" sldId="288"/>
            <ac:spMk id="15" creationId="{CA0E7D20-8B34-3845-A5DD-7FB73664458D}"/>
          </ac:spMkLst>
        </pc:spChg>
        <pc:spChg chg="add del mod">
          <ac:chgData name="Annett, Mark S" userId="e17e4e97-5339-47f5-b773-b68002e504ff" providerId="ADAL" clId="{0E5D829F-6AA9-4B32-BBEE-F5EE6CBEE43B}" dt="2026-02-20T12:36:21.135" v="1938" actId="21"/>
          <ac:spMkLst>
            <pc:docMk/>
            <pc:sldMk cId="3780285170" sldId="288"/>
            <ac:spMk id="18" creationId="{F63A9DF5-3857-C748-EE4E-FC7C872A633B}"/>
          </ac:spMkLst>
        </pc:spChg>
        <pc:spChg chg="add mod">
          <ac:chgData name="Annett, Mark S" userId="e17e4e97-5339-47f5-b773-b68002e504ff" providerId="ADAL" clId="{0E5D829F-6AA9-4B32-BBEE-F5EE6CBEE43B}" dt="2026-02-20T13:28:31.210" v="2623" actId="20577"/>
          <ac:spMkLst>
            <pc:docMk/>
            <pc:sldMk cId="3780285170" sldId="288"/>
            <ac:spMk id="19" creationId="{B5D770AF-5649-F556-D999-7B3E0AF58C2F}"/>
          </ac:spMkLst>
        </pc:spChg>
        <pc:graphicFrameChg chg="add del mod">
          <ac:chgData name="Annett, Mark S" userId="e17e4e97-5339-47f5-b773-b68002e504ff" providerId="ADAL" clId="{0E5D829F-6AA9-4B32-BBEE-F5EE6CBEE43B}" dt="2026-02-20T04:35:19.307" v="1611" actId="478"/>
          <ac:graphicFrameMkLst>
            <pc:docMk/>
            <pc:sldMk cId="3780285170" sldId="288"/>
            <ac:graphicFrameMk id="4" creationId="{A685D2B3-ACC8-9D54-C895-16FF2DB57A93}"/>
          </ac:graphicFrameMkLst>
        </pc:graphicFrameChg>
        <pc:graphicFrameChg chg="add mod">
          <ac:chgData name="Annett, Mark S" userId="e17e4e97-5339-47f5-b773-b68002e504ff" providerId="ADAL" clId="{0E5D829F-6AA9-4B32-BBEE-F5EE6CBEE43B}" dt="2026-02-20T04:36:14.541" v="1647" actId="1035"/>
          <ac:graphicFrameMkLst>
            <pc:docMk/>
            <pc:sldMk cId="3780285170" sldId="288"/>
            <ac:graphicFrameMk id="5" creationId="{A685D2B3-ACC8-9D54-C895-16FF2DB57A93}"/>
          </ac:graphicFrameMkLst>
        </pc:graphicFrameChg>
        <pc:graphicFrameChg chg="add mod">
          <ac:chgData name="Annett, Mark S" userId="e17e4e97-5339-47f5-b773-b68002e504ff" providerId="ADAL" clId="{0E5D829F-6AA9-4B32-BBEE-F5EE6CBEE43B}" dt="2026-02-20T05:08:29.974" v="1852"/>
          <ac:graphicFrameMkLst>
            <pc:docMk/>
            <pc:sldMk cId="3780285170" sldId="288"/>
            <ac:graphicFrameMk id="6" creationId="{E16C390D-5474-E1C3-12BB-8C713CF340CB}"/>
          </ac:graphicFrameMkLst>
        </pc:graphicFrameChg>
        <pc:graphicFrameChg chg="add mod">
          <ac:chgData name="Annett, Mark S" userId="e17e4e97-5339-47f5-b773-b68002e504ff" providerId="ADAL" clId="{0E5D829F-6AA9-4B32-BBEE-F5EE6CBEE43B}" dt="2026-02-20T04:39:54.201" v="1672"/>
          <ac:graphicFrameMkLst>
            <pc:docMk/>
            <pc:sldMk cId="3780285170" sldId="288"/>
            <ac:graphicFrameMk id="7" creationId="{5AADC147-6705-73CA-6BDE-9CE86D77A8D4}"/>
          </ac:graphicFrameMkLst>
        </pc:graphicFrameChg>
        <pc:graphicFrameChg chg="add mod">
          <ac:chgData name="Annett, Mark S" userId="e17e4e97-5339-47f5-b773-b68002e504ff" providerId="ADAL" clId="{0E5D829F-6AA9-4B32-BBEE-F5EE6CBEE43B}" dt="2026-02-20T12:13:27.736" v="1930"/>
          <ac:graphicFrameMkLst>
            <pc:docMk/>
            <pc:sldMk cId="3780285170" sldId="288"/>
            <ac:graphicFrameMk id="8" creationId="{5AADC147-6705-73CA-6BDE-9CE86D77A8D4}"/>
          </ac:graphicFrameMkLst>
        </pc:graphicFrameChg>
        <pc:graphicFrameChg chg="add mod">
          <ac:chgData name="Annett, Mark S" userId="e17e4e97-5339-47f5-b773-b68002e504ff" providerId="ADAL" clId="{0E5D829F-6AA9-4B32-BBEE-F5EE6CBEE43B}" dt="2026-02-20T12:22:06.723" v="1932"/>
          <ac:graphicFrameMkLst>
            <pc:docMk/>
            <pc:sldMk cId="3780285170" sldId="288"/>
            <ac:graphicFrameMk id="16" creationId="{551B0C69-82DB-17C1-84E7-A40E0A64BA85}"/>
          </ac:graphicFrameMkLst>
        </pc:graphicFrameChg>
        <pc:picChg chg="add mod">
          <ac:chgData name="Annett, Mark S" userId="e17e4e97-5339-47f5-b773-b68002e504ff" providerId="ADAL" clId="{0E5D829F-6AA9-4B32-BBEE-F5EE6CBEE43B}" dt="2026-02-20T12:25:20.228" v="1936" actId="1076"/>
          <ac:picMkLst>
            <pc:docMk/>
            <pc:sldMk cId="3780285170" sldId="288"/>
            <ac:picMk id="17" creationId="{D6C38FE6-109E-BB92-686D-987814427EEC}"/>
          </ac:picMkLst>
        </pc:picChg>
        <pc:cxnChg chg="add del mod">
          <ac:chgData name="Annett, Mark S" userId="e17e4e97-5339-47f5-b773-b68002e504ff" providerId="ADAL" clId="{0E5D829F-6AA9-4B32-BBEE-F5EE6CBEE43B}" dt="2026-02-20T05:06:25.992" v="1830" actId="478"/>
          <ac:cxnSpMkLst>
            <pc:docMk/>
            <pc:sldMk cId="3780285170" sldId="288"/>
            <ac:cxnSpMk id="10" creationId="{B4CE2D4A-CF55-EFD5-AE1F-50D90ABA4193}"/>
          </ac:cxnSpMkLst>
        </pc:cxnChg>
        <pc:cxnChg chg="add del mod">
          <ac:chgData name="Annett, Mark S" userId="e17e4e97-5339-47f5-b773-b68002e504ff" providerId="ADAL" clId="{0E5D829F-6AA9-4B32-BBEE-F5EE6CBEE43B}" dt="2026-02-20T05:09:29.358" v="1861" actId="478"/>
          <ac:cxnSpMkLst>
            <pc:docMk/>
            <pc:sldMk cId="3780285170" sldId="288"/>
            <ac:cxnSpMk id="13" creationId="{EBAEBBE7-0EBC-05AD-7B99-67814408D564}"/>
          </ac:cxnSpMkLst>
        </pc:cxnChg>
      </pc:sldChg>
      <pc:sldChg chg="addSp modSp add mod modAnim">
        <pc:chgData name="Annett, Mark S" userId="e17e4e97-5339-47f5-b773-b68002e504ff" providerId="ADAL" clId="{0E5D829F-6AA9-4B32-BBEE-F5EE6CBEE43B}" dt="2026-02-20T14:02:24.538" v="2990" actId="171"/>
        <pc:sldMkLst>
          <pc:docMk/>
          <pc:sldMk cId="465976124" sldId="289"/>
        </pc:sldMkLst>
        <pc:spChg chg="add mod">
          <ac:chgData name="Annett, Mark S" userId="e17e4e97-5339-47f5-b773-b68002e504ff" providerId="ADAL" clId="{0E5D829F-6AA9-4B32-BBEE-F5EE6CBEE43B}" dt="2026-02-20T04:51:23.894" v="1715" actId="14100"/>
          <ac:spMkLst>
            <pc:docMk/>
            <pc:sldMk cId="465976124" sldId="289"/>
            <ac:spMk id="4" creationId="{C1B1204F-EB50-C1B7-7EF1-9A1B3D511DA4}"/>
          </ac:spMkLst>
        </pc:spChg>
        <pc:spChg chg="add mod ord">
          <ac:chgData name="Annett, Mark S" userId="e17e4e97-5339-47f5-b773-b68002e504ff" providerId="ADAL" clId="{0E5D829F-6AA9-4B32-BBEE-F5EE6CBEE43B}" dt="2026-02-20T14:02:24.538" v="2990" actId="171"/>
          <ac:spMkLst>
            <pc:docMk/>
            <pc:sldMk cId="465976124" sldId="289"/>
            <ac:spMk id="5" creationId="{E5CE4660-DA7C-9139-08C7-C16871581E03}"/>
          </ac:spMkLst>
        </pc:spChg>
        <pc:graphicFrameChg chg="add mod">
          <ac:chgData name="Annett, Mark S" userId="e17e4e97-5339-47f5-b773-b68002e504ff" providerId="ADAL" clId="{0E5D829F-6AA9-4B32-BBEE-F5EE6CBEE43B}" dt="2026-02-20T04:50:36.861" v="1712" actId="14100"/>
          <ac:graphicFrameMkLst>
            <pc:docMk/>
            <pc:sldMk cId="465976124" sldId="289"/>
            <ac:graphicFrameMk id="3" creationId="{16D51505-3FD2-6BC2-D633-324A94857212}"/>
          </ac:graphicFrameMkLst>
        </pc:graphicFrameChg>
      </pc:sldChg>
      <pc:sldChg chg="addSp delSp modSp add mod modAnim">
        <pc:chgData name="Annett, Mark S" userId="e17e4e97-5339-47f5-b773-b68002e504ff" providerId="ADAL" clId="{0E5D829F-6AA9-4B32-BBEE-F5EE6CBEE43B}" dt="2026-02-20T14:02:47.537" v="2993" actId="171"/>
        <pc:sldMkLst>
          <pc:docMk/>
          <pc:sldMk cId="2053609374" sldId="290"/>
        </pc:sldMkLst>
        <pc:spChg chg="del mod">
          <ac:chgData name="Annett, Mark S" userId="e17e4e97-5339-47f5-b773-b68002e504ff" providerId="ADAL" clId="{0E5D829F-6AA9-4B32-BBEE-F5EE6CBEE43B}" dt="2026-02-20T04:53:25.645" v="1726" actId="478"/>
          <ac:spMkLst>
            <pc:docMk/>
            <pc:sldMk cId="2053609374" sldId="290"/>
            <ac:spMk id="4" creationId="{7C73338E-FABF-CA95-7570-204B32281292}"/>
          </ac:spMkLst>
        </pc:spChg>
        <pc:spChg chg="add mod">
          <ac:chgData name="Annett, Mark S" userId="e17e4e97-5339-47f5-b773-b68002e504ff" providerId="ADAL" clId="{0E5D829F-6AA9-4B32-BBEE-F5EE6CBEE43B}" dt="2026-02-20T04:53:34.048" v="1766" actId="1037"/>
          <ac:spMkLst>
            <pc:docMk/>
            <pc:sldMk cId="2053609374" sldId="290"/>
            <ac:spMk id="5" creationId="{1121DDF7-B26F-30C9-D3C2-22E7DCE1BA28}"/>
          </ac:spMkLst>
        </pc:spChg>
        <pc:spChg chg="add mod">
          <ac:chgData name="Annett, Mark S" userId="e17e4e97-5339-47f5-b773-b68002e504ff" providerId="ADAL" clId="{0E5D829F-6AA9-4B32-BBEE-F5EE6CBEE43B}" dt="2026-02-20T04:53:16.883" v="1723" actId="14100"/>
          <ac:spMkLst>
            <pc:docMk/>
            <pc:sldMk cId="2053609374" sldId="290"/>
            <ac:spMk id="7" creationId="{78A97D66-E956-FD93-C421-E629579998E0}"/>
          </ac:spMkLst>
        </pc:spChg>
        <pc:spChg chg="add mod">
          <ac:chgData name="Annett, Mark S" userId="e17e4e97-5339-47f5-b773-b68002e504ff" providerId="ADAL" clId="{0E5D829F-6AA9-4B32-BBEE-F5EE6CBEE43B}" dt="2026-02-20T04:54:58.812" v="1767"/>
          <ac:spMkLst>
            <pc:docMk/>
            <pc:sldMk cId="2053609374" sldId="290"/>
            <ac:spMk id="8" creationId="{82B2F040-84DE-0569-C18B-1E70AB0E676F}"/>
          </ac:spMkLst>
        </pc:spChg>
        <pc:spChg chg="add mod ord">
          <ac:chgData name="Annett, Mark S" userId="e17e4e97-5339-47f5-b773-b68002e504ff" providerId="ADAL" clId="{0E5D829F-6AA9-4B32-BBEE-F5EE6CBEE43B}" dt="2026-02-20T14:02:47.537" v="2993" actId="171"/>
          <ac:spMkLst>
            <pc:docMk/>
            <pc:sldMk cId="2053609374" sldId="290"/>
            <ac:spMk id="10" creationId="{50B0C306-81A8-17A3-A092-EDEB8A8753F1}"/>
          </ac:spMkLst>
        </pc:spChg>
        <pc:graphicFrameChg chg="del">
          <ac:chgData name="Annett, Mark S" userId="e17e4e97-5339-47f5-b773-b68002e504ff" providerId="ADAL" clId="{0E5D829F-6AA9-4B32-BBEE-F5EE6CBEE43B}" dt="2026-02-20T04:52:08.325" v="1717" actId="478"/>
          <ac:graphicFrameMkLst>
            <pc:docMk/>
            <pc:sldMk cId="2053609374" sldId="290"/>
            <ac:graphicFrameMk id="3" creationId="{32C2EE37-81B2-1677-3496-02F6FC2C6751}"/>
          </ac:graphicFrameMkLst>
        </pc:graphicFrameChg>
        <pc:graphicFrameChg chg="add mod">
          <ac:chgData name="Annett, Mark S" userId="e17e4e97-5339-47f5-b773-b68002e504ff" providerId="ADAL" clId="{0E5D829F-6AA9-4B32-BBEE-F5EE6CBEE43B}" dt="2026-02-20T13:59:35.393" v="2986" actId="14100"/>
          <ac:graphicFrameMkLst>
            <pc:docMk/>
            <pc:sldMk cId="2053609374" sldId="290"/>
            <ac:graphicFrameMk id="9" creationId="{2134569F-588E-0C25-BA4A-207A18D6A942}"/>
          </ac:graphicFrameMkLst>
        </pc:graphicFrameChg>
        <pc:picChg chg="add del">
          <ac:chgData name="Annett, Mark S" userId="e17e4e97-5339-47f5-b773-b68002e504ff" providerId="ADAL" clId="{0E5D829F-6AA9-4B32-BBEE-F5EE6CBEE43B}" dt="2026-02-20T04:53:22.549" v="1725" actId="478"/>
          <ac:picMkLst>
            <pc:docMk/>
            <pc:sldMk cId="2053609374" sldId="290"/>
            <ac:picMk id="6" creationId="{EEAC6BD2-A2F1-ECB8-A863-130401704EC5}"/>
          </ac:picMkLst>
        </pc:picChg>
      </pc:sldChg>
      <pc:sldChg chg="addSp modSp add del mod">
        <pc:chgData name="Annett, Mark S" userId="e17e4e97-5339-47f5-b773-b68002e504ff" providerId="ADAL" clId="{0E5D829F-6AA9-4B32-BBEE-F5EE6CBEE43B}" dt="2026-02-20T05:00:34.612" v="1810" actId="2696"/>
        <pc:sldMkLst>
          <pc:docMk/>
          <pc:sldMk cId="1831752319" sldId="291"/>
        </pc:sldMkLst>
        <pc:graphicFrameChg chg="add mod">
          <ac:chgData name="Annett, Mark S" userId="e17e4e97-5339-47f5-b773-b68002e504ff" providerId="ADAL" clId="{0E5D829F-6AA9-4B32-BBEE-F5EE6CBEE43B}" dt="2026-02-20T05:00:00.649" v="1809"/>
          <ac:graphicFrameMkLst>
            <pc:docMk/>
            <pc:sldMk cId="1831752319" sldId="291"/>
            <ac:graphicFrameMk id="3" creationId="{990FDE9A-B566-D761-C071-1F6CA9FA2CFA}"/>
          </ac:graphicFrameMkLst>
        </pc:graphicFrameChg>
      </pc:sldChg>
      <pc:sldChg chg="new del">
        <pc:chgData name="Annett, Mark S" userId="e17e4e97-5339-47f5-b773-b68002e504ff" providerId="ADAL" clId="{0E5D829F-6AA9-4B32-BBEE-F5EE6CBEE43B}" dt="2026-02-20T13:39:38.382" v="2888" actId="47"/>
        <pc:sldMkLst>
          <pc:docMk/>
          <pc:sldMk cId="3688396097" sldId="291"/>
        </pc:sldMkLst>
      </pc:sldChg>
      <pc:sldChg chg="addSp modSp add">
        <pc:chgData name="Annett, Mark S" userId="e17e4e97-5339-47f5-b773-b68002e504ff" providerId="ADAL" clId="{0E5D829F-6AA9-4B32-BBEE-F5EE6CBEE43B}" dt="2026-02-20T13:41:03.946" v="2893" actId="1076"/>
        <pc:sldMkLst>
          <pc:docMk/>
          <pc:sldMk cId="1177260465" sldId="292"/>
        </pc:sldMkLst>
        <pc:picChg chg="add mod">
          <ac:chgData name="Annett, Mark S" userId="e17e4e97-5339-47f5-b773-b68002e504ff" providerId="ADAL" clId="{0E5D829F-6AA9-4B32-BBEE-F5EE6CBEE43B}" dt="2026-02-20T13:40:52.134" v="2891" actId="1076"/>
          <ac:picMkLst>
            <pc:docMk/>
            <pc:sldMk cId="1177260465" sldId="292"/>
            <ac:picMk id="3" creationId="{0D20042B-BFF2-3B7B-A03C-E0D1023EDF48}"/>
          </ac:picMkLst>
        </pc:picChg>
        <pc:picChg chg="add mod">
          <ac:chgData name="Annett, Mark S" userId="e17e4e97-5339-47f5-b773-b68002e504ff" providerId="ADAL" clId="{0E5D829F-6AA9-4B32-BBEE-F5EE6CBEE43B}" dt="2026-02-20T13:41:03.946" v="2893" actId="1076"/>
          <ac:picMkLst>
            <pc:docMk/>
            <pc:sldMk cId="1177260465" sldId="292"/>
            <ac:picMk id="5" creationId="{0D8B7DE3-41DF-0A47-5F43-A44F1EB0085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6.xml"/><Relationship Id="rId1" Type="http://schemas.microsoft.com/office/2011/relationships/chartStyle" Target="style6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layout>
        <c:manualLayout>
          <c:xMode val="edge"/>
          <c:yMode val="edge"/>
          <c:x val="0.43246893571042677"/>
          <c:y val="4.16088765603328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3822619822441163E-2"/>
          <c:y val="0.16364525912887379"/>
          <c:w val="0.89300612139852054"/>
          <c:h val="0.6494825147557326"/>
        </c:manualLayout>
      </c:layout>
      <c:scatterChart>
        <c:scatterStyle val="lineMarker"/>
        <c:varyColors val="0"/>
        <c:ser>
          <c:idx val="0"/>
          <c:order val="0"/>
          <c:tx>
            <c:strRef>
              <c:f>DOM!$O$3</c:f>
              <c:strCache>
                <c:ptCount val="1"/>
                <c:pt idx="0">
                  <c:v>Avg Rank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og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xVal>
            <c:numRef>
              <c:f>DOM!$N$4:$N$13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xVal>
          <c:yVal>
            <c:numRef>
              <c:f>DOM!$O$4:$O$13</c:f>
              <c:numCache>
                <c:formatCode>0.0</c:formatCode>
                <c:ptCount val="10"/>
                <c:pt idx="0">
                  <c:v>2.6880000000000002</c:v>
                </c:pt>
                <c:pt idx="1">
                  <c:v>2.5329999999999999</c:v>
                </c:pt>
                <c:pt idx="2">
                  <c:v>2.4900000000000002</c:v>
                </c:pt>
                <c:pt idx="3">
                  <c:v>2.4660000000000002</c:v>
                </c:pt>
                <c:pt idx="4">
                  <c:v>2.625</c:v>
                </c:pt>
                <c:pt idx="5">
                  <c:v>2.6859999999999999</c:v>
                </c:pt>
                <c:pt idx="6">
                  <c:v>2.754</c:v>
                </c:pt>
                <c:pt idx="7">
                  <c:v>3.0419999999999998</c:v>
                </c:pt>
                <c:pt idx="8">
                  <c:v>3.2719999999999998</c:v>
                </c:pt>
                <c:pt idx="9">
                  <c:v>3.5960000000000001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CDC-4053-ADCE-B5811841A9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42832016"/>
        <c:axId val="1742834416"/>
      </c:scatterChart>
      <c:valAx>
        <c:axId val="1742832016"/>
        <c:scaling>
          <c:orientation val="minMax"/>
          <c:max val="9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DOM Filled</a:t>
                </a:r>
              </a:p>
            </c:rich>
          </c:tx>
          <c:layout>
            <c:manualLayout>
              <c:xMode val="edge"/>
              <c:yMode val="edge"/>
              <c:x val="0.45444918048128913"/>
              <c:y val="0.9074566800383309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34416"/>
        <c:crosses val="autoZero"/>
        <c:crossBetween val="midCat"/>
      </c:valAx>
      <c:valAx>
        <c:axId val="1742834416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320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3979021338910179E-2"/>
          <c:y val="0.14147319122701327"/>
          <c:w val="0.88445829298075707"/>
          <c:h val="0.75762873266212727"/>
        </c:manualLayout>
      </c:layout>
      <c:scatterChart>
        <c:scatterStyle val="lineMarker"/>
        <c:varyColors val="0"/>
        <c:ser>
          <c:idx val="0"/>
          <c:order val="0"/>
          <c:tx>
            <c:strRef>
              <c:f>DOM!$Z$3</c:f>
              <c:strCache>
                <c:ptCount val="1"/>
                <c:pt idx="0">
                  <c:v>(Viable)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25400" cap="rnd">
                <a:solidFill>
                  <a:schemeClr val="accent6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xVal>
            <c:numRef>
              <c:f>DOM!$Y$4:$Y$13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xVal>
          <c:yVal>
            <c:numRef>
              <c:f>DOM!$Z$4:$Z$13</c:f>
              <c:numCache>
                <c:formatCode>0%</c:formatCode>
                <c:ptCount val="10"/>
                <c:pt idx="0">
                  <c:v>4.4000000000000004E-2</c:v>
                </c:pt>
                <c:pt idx="1">
                  <c:v>4.4000000000000004E-2</c:v>
                </c:pt>
                <c:pt idx="2">
                  <c:v>3.7999999999999999E-2</c:v>
                </c:pt>
                <c:pt idx="3">
                  <c:v>8.6999999999999994E-2</c:v>
                </c:pt>
                <c:pt idx="4">
                  <c:v>0.126</c:v>
                </c:pt>
                <c:pt idx="5">
                  <c:v>0.13500000000000001</c:v>
                </c:pt>
                <c:pt idx="6">
                  <c:v>0.17199999999999999</c:v>
                </c:pt>
                <c:pt idx="7">
                  <c:v>0.38200000000000001</c:v>
                </c:pt>
                <c:pt idx="8">
                  <c:v>0.41700000000000004</c:v>
                </c:pt>
                <c:pt idx="9">
                  <c:v>0.54100000000000004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53C-4A01-AC8D-8439CC7EDB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42817136"/>
        <c:axId val="1742817616"/>
      </c:scatterChart>
      <c:valAx>
        <c:axId val="1742817136"/>
        <c:scaling>
          <c:orientation val="minMax"/>
          <c:max val="9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17616"/>
        <c:crosses val="autoZero"/>
        <c:crossBetween val="midCat"/>
      </c:valAx>
      <c:valAx>
        <c:axId val="174281761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171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layout>
        <c:manualLayout>
          <c:xMode val="edge"/>
          <c:yMode val="edge"/>
          <c:x val="0.43246893571042677"/>
          <c:y val="4.16088765603328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2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3822619822441163E-2"/>
          <c:y val="0.16364525912887379"/>
          <c:w val="0.89300612139852054"/>
          <c:h val="0.6494825147557326"/>
        </c:manualLayout>
      </c:layout>
      <c:scatterChart>
        <c:scatterStyle val="lineMarker"/>
        <c:varyColors val="0"/>
        <c:ser>
          <c:idx val="0"/>
          <c:order val="0"/>
          <c:tx>
            <c:strRef>
              <c:f>DOM!$O$3</c:f>
              <c:strCache>
                <c:ptCount val="1"/>
                <c:pt idx="0">
                  <c:v>Avg Rank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og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xVal>
            <c:numRef>
              <c:f>DOM!$N$4:$N$13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xVal>
          <c:yVal>
            <c:numRef>
              <c:f>DOM!$O$4:$O$13</c:f>
              <c:numCache>
                <c:formatCode>0.0</c:formatCode>
                <c:ptCount val="10"/>
                <c:pt idx="0">
                  <c:v>2.6880000000000002</c:v>
                </c:pt>
                <c:pt idx="1">
                  <c:v>2.5329999999999999</c:v>
                </c:pt>
                <c:pt idx="2">
                  <c:v>2.4900000000000002</c:v>
                </c:pt>
                <c:pt idx="3">
                  <c:v>2.4660000000000002</c:v>
                </c:pt>
                <c:pt idx="4">
                  <c:v>2.625</c:v>
                </c:pt>
                <c:pt idx="5">
                  <c:v>2.6859999999999999</c:v>
                </c:pt>
                <c:pt idx="6">
                  <c:v>2.754</c:v>
                </c:pt>
                <c:pt idx="7">
                  <c:v>3.0419999999999998</c:v>
                </c:pt>
                <c:pt idx="8">
                  <c:v>3.2719999999999998</c:v>
                </c:pt>
                <c:pt idx="9">
                  <c:v>3.5960000000000001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BAC-4F39-976D-BCA1BB6220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42832016"/>
        <c:axId val="1742834416"/>
      </c:scatterChart>
      <c:valAx>
        <c:axId val="1742832016"/>
        <c:scaling>
          <c:orientation val="minMax"/>
          <c:max val="9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/>
                  <a:t>DOM</a:t>
                </a:r>
                <a:r>
                  <a:rPr lang="en-US" sz="1050" b="1" baseline="0"/>
                  <a:t> Filled</a:t>
                </a:r>
                <a:endParaRPr lang="en-US" sz="1050" b="1"/>
              </a:p>
            </c:rich>
          </c:tx>
          <c:layout>
            <c:manualLayout>
              <c:xMode val="edge"/>
              <c:yMode val="edge"/>
              <c:x val="0.45444918048128913"/>
              <c:y val="0.9074566800383309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34416"/>
        <c:crosses val="autoZero"/>
        <c:crossBetween val="midCat"/>
      </c:valAx>
      <c:valAx>
        <c:axId val="1742834416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b" anchorCtr="1"/>
          <a:lstStyle/>
          <a:p>
            <a:pPr>
              <a:defRPr sz="900" b="1" i="0" u="none" strike="noStrike" kern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320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3979021338910179E-2"/>
          <c:y val="0.14147319122701327"/>
          <c:w val="0.88445829298075707"/>
          <c:h val="0.75762873266212727"/>
        </c:manualLayout>
      </c:layout>
      <c:scatterChart>
        <c:scatterStyle val="lineMarker"/>
        <c:varyColors val="0"/>
        <c:ser>
          <c:idx val="0"/>
          <c:order val="0"/>
          <c:tx>
            <c:strRef>
              <c:f>DOM!$Z$3</c:f>
              <c:strCache>
                <c:ptCount val="1"/>
                <c:pt idx="0">
                  <c:v>(Viable)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25400" cap="rnd">
                <a:solidFill>
                  <a:schemeClr val="accent6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xVal>
            <c:numRef>
              <c:f>DOM!$Y$4:$Y$13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xVal>
          <c:yVal>
            <c:numRef>
              <c:f>DOM!$Z$4:$Z$13</c:f>
              <c:numCache>
                <c:formatCode>0%</c:formatCode>
                <c:ptCount val="10"/>
                <c:pt idx="0">
                  <c:v>4.4000000000000004E-2</c:v>
                </c:pt>
                <c:pt idx="1">
                  <c:v>4.4000000000000004E-2</c:v>
                </c:pt>
                <c:pt idx="2">
                  <c:v>3.7999999999999999E-2</c:v>
                </c:pt>
                <c:pt idx="3">
                  <c:v>8.6999999999999994E-2</c:v>
                </c:pt>
                <c:pt idx="4">
                  <c:v>0.126</c:v>
                </c:pt>
                <c:pt idx="5">
                  <c:v>0.13500000000000001</c:v>
                </c:pt>
                <c:pt idx="6">
                  <c:v>0.17199999999999999</c:v>
                </c:pt>
                <c:pt idx="7">
                  <c:v>0.38200000000000001</c:v>
                </c:pt>
                <c:pt idx="8">
                  <c:v>0.41700000000000004</c:v>
                </c:pt>
                <c:pt idx="9">
                  <c:v>0.54100000000000004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934-4C38-AA5C-B636CE0568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42817136"/>
        <c:axId val="1742817616"/>
      </c:scatterChart>
      <c:valAx>
        <c:axId val="1742817136"/>
        <c:scaling>
          <c:orientation val="minMax"/>
          <c:max val="9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17616"/>
        <c:crosses val="autoZero"/>
        <c:crossBetween val="midCat"/>
      </c:valAx>
      <c:valAx>
        <c:axId val="174281761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8171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/>
              <a:t>Total Cumlative % Filled</a:t>
            </a:r>
          </a:p>
        </c:rich>
      </c:tx>
      <c:layout>
        <c:manualLayout>
          <c:xMode val="edge"/>
          <c:yMode val="edge"/>
          <c:x val="0.29167453572552721"/>
          <c:y val="2.54452926208651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931728788858899"/>
          <c:y val="9.2517142051312853E-2"/>
          <c:w val="0.86068266387587633"/>
          <c:h val="0.80402855544407525"/>
        </c:manualLayout>
      </c:layout>
      <c:lineChart>
        <c:grouping val="standard"/>
        <c:varyColors val="0"/>
        <c:ser>
          <c:idx val="0"/>
          <c:order val="0"/>
          <c:tx>
            <c:v>DOM 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DOM!$M$17:$O$17</c:f>
              <c:numCache>
                <c:formatCode>0%</c:formatCode>
                <c:ptCount val="3"/>
                <c:pt idx="0">
                  <c:v>0.74900000000000011</c:v>
                </c:pt>
                <c:pt idx="1">
                  <c:v>0.877</c:v>
                </c:pt>
                <c:pt idx="2">
                  <c:v>0.91900000000000004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A3EC-4750-9D45-CF15AACA3AD2}"/>
            </c:ext>
          </c:extLst>
        </c:ser>
        <c:ser>
          <c:idx val="1"/>
          <c:order val="1"/>
          <c:tx>
            <c:v>DOM 1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DOM!$M$18:$O$18</c:f>
              <c:numCache>
                <c:formatCode>0%</c:formatCode>
                <c:ptCount val="3"/>
                <c:pt idx="0">
                  <c:v>0.78900000000000003</c:v>
                </c:pt>
                <c:pt idx="1">
                  <c:v>0.88300000000000001</c:v>
                </c:pt>
                <c:pt idx="2">
                  <c:v>0.92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A3EC-4750-9D45-CF15AACA3AD2}"/>
            </c:ext>
          </c:extLst>
        </c:ser>
        <c:ser>
          <c:idx val="2"/>
          <c:order val="2"/>
          <c:tx>
            <c:v>DOM 2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DOM!$M$19:$O$19</c:f>
              <c:numCache>
                <c:formatCode>0%</c:formatCode>
                <c:ptCount val="3"/>
                <c:pt idx="0">
                  <c:v>0.78500000000000003</c:v>
                </c:pt>
                <c:pt idx="1">
                  <c:v>0.88</c:v>
                </c:pt>
                <c:pt idx="2">
                  <c:v>0.92299999999999993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A3EC-4750-9D45-CF15AACA3AD2}"/>
            </c:ext>
          </c:extLst>
        </c:ser>
        <c:ser>
          <c:idx val="3"/>
          <c:order val="3"/>
          <c:tx>
            <c:v>DOM 3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DOM!$M$20:$O$20</c:f>
              <c:numCache>
                <c:formatCode>0%</c:formatCode>
                <c:ptCount val="3"/>
                <c:pt idx="0">
                  <c:v>0.78299999999999992</c:v>
                </c:pt>
                <c:pt idx="1">
                  <c:v>0.8859999999999999</c:v>
                </c:pt>
                <c:pt idx="2">
                  <c:v>0.94200000000000006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A3EC-4750-9D45-CF15AACA3AD2}"/>
            </c:ext>
          </c:extLst>
        </c:ser>
        <c:ser>
          <c:idx val="4"/>
          <c:order val="4"/>
          <c:tx>
            <c:v>DOM 4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DOM!$M$21:$O$21</c:f>
              <c:numCache>
                <c:formatCode>0%</c:formatCode>
                <c:ptCount val="3"/>
                <c:pt idx="0">
                  <c:v>0.745</c:v>
                </c:pt>
                <c:pt idx="1">
                  <c:v>0.86299999999999999</c:v>
                </c:pt>
                <c:pt idx="2">
                  <c:v>0.94099999999999995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4-A3EC-4750-9D45-CF15AACA3AD2}"/>
            </c:ext>
          </c:extLst>
        </c:ser>
        <c:ser>
          <c:idx val="5"/>
          <c:order val="5"/>
          <c:tx>
            <c:v>DOM 5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DOM!$M$22:$O$22</c:f>
              <c:numCache>
                <c:formatCode>0%</c:formatCode>
                <c:ptCount val="3"/>
                <c:pt idx="0">
                  <c:v>0.71799999999999997</c:v>
                </c:pt>
                <c:pt idx="1">
                  <c:v>0.84900000000000009</c:v>
                </c:pt>
                <c:pt idx="2">
                  <c:v>0.93900000000000006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5-A3EC-4750-9D45-CF15AACA3AD2}"/>
            </c:ext>
          </c:extLst>
        </c:ser>
        <c:ser>
          <c:idx val="6"/>
          <c:order val="6"/>
          <c:tx>
            <c:v>DOM 6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DOM!$M$23:$O$23</c:f>
              <c:numCache>
                <c:formatCode>0%</c:formatCode>
                <c:ptCount val="3"/>
                <c:pt idx="0">
                  <c:v>0.7</c:v>
                </c:pt>
                <c:pt idx="1">
                  <c:v>0.84299999999999997</c:v>
                </c:pt>
                <c:pt idx="2">
                  <c:v>0.94499999999999995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6-A3EC-4750-9D45-CF15AACA3AD2}"/>
            </c:ext>
          </c:extLst>
        </c:ser>
        <c:ser>
          <c:idx val="7"/>
          <c:order val="7"/>
          <c:tx>
            <c:v>DOM 7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DOM!$M$24:$O$24</c:f>
              <c:numCache>
                <c:formatCode>0%</c:formatCode>
                <c:ptCount val="3"/>
                <c:pt idx="0">
                  <c:v>0.60299999999999998</c:v>
                </c:pt>
                <c:pt idx="1">
                  <c:v>0.78599999999999992</c:v>
                </c:pt>
                <c:pt idx="2">
                  <c:v>0.95200000000000007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7-A3EC-4750-9D45-CF15AACA3AD2}"/>
            </c:ext>
          </c:extLst>
        </c:ser>
        <c:ser>
          <c:idx val="8"/>
          <c:order val="8"/>
          <c:tx>
            <c:v>DOM 8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DOM!$M$25:$O$25</c:f>
              <c:numCache>
                <c:formatCode>0%</c:formatCode>
                <c:ptCount val="3"/>
                <c:pt idx="0">
                  <c:v>0.53500000000000003</c:v>
                </c:pt>
                <c:pt idx="1">
                  <c:v>0.745</c:v>
                </c:pt>
                <c:pt idx="2">
                  <c:v>0.95200000000000007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8-A3EC-4750-9D45-CF15AACA3AD2}"/>
            </c:ext>
          </c:extLst>
        </c:ser>
        <c:ser>
          <c:idx val="9"/>
          <c:order val="9"/>
          <c:tx>
            <c:v>DOM 9</c:v>
          </c:tx>
          <c:spPr>
            <a:ln w="1905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DOM!$M$26:$O$26</c:f>
              <c:numCache>
                <c:formatCode>0%</c:formatCode>
                <c:ptCount val="3"/>
                <c:pt idx="0">
                  <c:v>0.43799999999999994</c:v>
                </c:pt>
                <c:pt idx="1">
                  <c:v>0.69200000000000006</c:v>
                </c:pt>
                <c:pt idx="2">
                  <c:v>0.95900000000000007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9-A3EC-4750-9D45-CF15AACA3A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4967216"/>
        <c:axId val="1214950896"/>
      </c:lineChart>
      <c:catAx>
        <c:axId val="1214967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4950896"/>
        <c:crosses val="autoZero"/>
        <c:auto val="1"/>
        <c:lblAlgn val="ctr"/>
        <c:lblOffset val="100"/>
        <c:tickMarkSkip val="1"/>
        <c:noMultiLvlLbl val="0"/>
      </c:catAx>
      <c:valAx>
        <c:axId val="1214950896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4967216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8558796997386582"/>
          <c:y val="0.23762574408488352"/>
          <c:w val="0.14708658938879099"/>
          <c:h val="0.323756440309905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/>
              <a:t>Total Cumlative % Filled</a:t>
            </a:r>
          </a:p>
        </c:rich>
      </c:tx>
      <c:layout>
        <c:manualLayout>
          <c:xMode val="edge"/>
          <c:yMode val="edge"/>
          <c:x val="0.29167453572552721"/>
          <c:y val="2.54452926208651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9211850892056216E-2"/>
          <c:y val="0.11209044406736299"/>
          <c:w val="0.86068266387587633"/>
          <c:h val="0.80402855544407525"/>
        </c:manualLayout>
      </c:layout>
      <c:lineChart>
        <c:grouping val="standard"/>
        <c:varyColors val="0"/>
        <c:ser>
          <c:idx val="0"/>
          <c:order val="0"/>
          <c:tx>
            <c:v>DOM 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DOM!$M$17:$O$17</c:f>
              <c:numCache>
                <c:formatCode>0%</c:formatCode>
                <c:ptCount val="3"/>
                <c:pt idx="0">
                  <c:v>0.74900000000000011</c:v>
                </c:pt>
                <c:pt idx="1">
                  <c:v>0.877</c:v>
                </c:pt>
                <c:pt idx="2">
                  <c:v>0.91900000000000004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C320-4913-81DD-B1B855A6A9CC}"/>
            </c:ext>
          </c:extLst>
        </c:ser>
        <c:ser>
          <c:idx val="1"/>
          <c:order val="1"/>
          <c:tx>
            <c:v>DOM 1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DOM!$M$18:$O$18</c:f>
              <c:numCache>
                <c:formatCode>0%</c:formatCode>
                <c:ptCount val="3"/>
                <c:pt idx="0">
                  <c:v>0.78900000000000003</c:v>
                </c:pt>
                <c:pt idx="1">
                  <c:v>0.88300000000000001</c:v>
                </c:pt>
                <c:pt idx="2">
                  <c:v>0.92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C320-4913-81DD-B1B855A6A9CC}"/>
            </c:ext>
          </c:extLst>
        </c:ser>
        <c:ser>
          <c:idx val="2"/>
          <c:order val="2"/>
          <c:tx>
            <c:v>DOM 2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DOM!$M$19:$O$19</c:f>
              <c:numCache>
                <c:formatCode>0%</c:formatCode>
                <c:ptCount val="3"/>
                <c:pt idx="0">
                  <c:v>0.78500000000000003</c:v>
                </c:pt>
                <c:pt idx="1">
                  <c:v>0.88</c:v>
                </c:pt>
                <c:pt idx="2">
                  <c:v>0.92299999999999993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C320-4913-81DD-B1B855A6A9CC}"/>
            </c:ext>
          </c:extLst>
        </c:ser>
        <c:ser>
          <c:idx val="3"/>
          <c:order val="3"/>
          <c:tx>
            <c:v>DOM 3</c:v>
          </c:tx>
          <c:spPr>
            <a:ln w="381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DOM!$M$20:$O$20</c:f>
              <c:numCache>
                <c:formatCode>0%</c:formatCode>
                <c:ptCount val="3"/>
                <c:pt idx="0">
                  <c:v>0.78299999999999992</c:v>
                </c:pt>
                <c:pt idx="1">
                  <c:v>0.8859999999999999</c:v>
                </c:pt>
                <c:pt idx="2">
                  <c:v>0.94200000000000006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C320-4913-81DD-B1B855A6A9CC}"/>
            </c:ext>
          </c:extLst>
        </c:ser>
        <c:ser>
          <c:idx val="4"/>
          <c:order val="4"/>
          <c:tx>
            <c:v>DOM 4</c:v>
          </c:tx>
          <c:spPr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DOM!$M$21:$O$21</c:f>
              <c:numCache>
                <c:formatCode>0%</c:formatCode>
                <c:ptCount val="3"/>
                <c:pt idx="0">
                  <c:v>0.745</c:v>
                </c:pt>
                <c:pt idx="1">
                  <c:v>0.86299999999999999</c:v>
                </c:pt>
                <c:pt idx="2">
                  <c:v>0.94099999999999995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4-C320-4913-81DD-B1B855A6A9CC}"/>
            </c:ext>
          </c:extLst>
        </c:ser>
        <c:ser>
          <c:idx val="5"/>
          <c:order val="5"/>
          <c:tx>
            <c:v>DOM 5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DOM!$M$22:$O$22</c:f>
              <c:numCache>
                <c:formatCode>0%</c:formatCode>
                <c:ptCount val="3"/>
                <c:pt idx="0">
                  <c:v>0.71799999999999997</c:v>
                </c:pt>
                <c:pt idx="1">
                  <c:v>0.84900000000000009</c:v>
                </c:pt>
                <c:pt idx="2">
                  <c:v>0.93900000000000006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5-C320-4913-81DD-B1B855A6A9CC}"/>
            </c:ext>
          </c:extLst>
        </c:ser>
        <c:ser>
          <c:idx val="6"/>
          <c:order val="6"/>
          <c:tx>
            <c:v>DOM 6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DOM!$M$23:$O$23</c:f>
              <c:numCache>
                <c:formatCode>0%</c:formatCode>
                <c:ptCount val="3"/>
                <c:pt idx="0">
                  <c:v>0.7</c:v>
                </c:pt>
                <c:pt idx="1">
                  <c:v>0.84299999999999997</c:v>
                </c:pt>
                <c:pt idx="2">
                  <c:v>0.94499999999999995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6-C320-4913-81DD-B1B855A6A9CC}"/>
            </c:ext>
          </c:extLst>
        </c:ser>
        <c:ser>
          <c:idx val="7"/>
          <c:order val="7"/>
          <c:tx>
            <c:v>DOM 7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DOM!$M$24:$O$24</c:f>
              <c:numCache>
                <c:formatCode>0%</c:formatCode>
                <c:ptCount val="3"/>
                <c:pt idx="0">
                  <c:v>0.60299999999999998</c:v>
                </c:pt>
                <c:pt idx="1">
                  <c:v>0.78599999999999992</c:v>
                </c:pt>
                <c:pt idx="2">
                  <c:v>0.95200000000000007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7-C320-4913-81DD-B1B855A6A9CC}"/>
            </c:ext>
          </c:extLst>
        </c:ser>
        <c:ser>
          <c:idx val="8"/>
          <c:order val="8"/>
          <c:tx>
            <c:v>DOM 8</c:v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DOM!$M$25:$O$25</c:f>
              <c:numCache>
                <c:formatCode>0%</c:formatCode>
                <c:ptCount val="3"/>
                <c:pt idx="0">
                  <c:v>0.53500000000000003</c:v>
                </c:pt>
                <c:pt idx="1">
                  <c:v>0.745</c:v>
                </c:pt>
                <c:pt idx="2">
                  <c:v>0.95200000000000007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8-C320-4913-81DD-B1B855A6A9CC}"/>
            </c:ext>
          </c:extLst>
        </c:ser>
        <c:ser>
          <c:idx val="9"/>
          <c:order val="9"/>
          <c:tx>
            <c:v>DOM 9</c:v>
          </c:tx>
          <c:spPr>
            <a:ln w="1905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DOM!$M$16:$O$16</c:f>
              <c:strCache>
                <c:ptCount val="3"/>
                <c:pt idx="0">
                  <c:v>Top-3 %</c:v>
                </c:pt>
                <c:pt idx="1">
                  <c:v>Top-4 %</c:v>
                </c:pt>
                <c:pt idx="2">
                  <c:v>Top-5 %</c:v>
                </c:pt>
              </c:strCache>
              <c:extLst/>
            </c:strRef>
          </c:cat>
          <c:val>
            <c:numRef>
              <c:f>DOM!$M$26:$O$26</c:f>
              <c:numCache>
                <c:formatCode>0%</c:formatCode>
                <c:ptCount val="3"/>
                <c:pt idx="0">
                  <c:v>0.43799999999999994</c:v>
                </c:pt>
                <c:pt idx="1">
                  <c:v>0.69200000000000006</c:v>
                </c:pt>
                <c:pt idx="2">
                  <c:v>0.95900000000000007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9-C320-4913-81DD-B1B855A6A9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4967216"/>
        <c:axId val="1214950896"/>
      </c:lineChart>
      <c:catAx>
        <c:axId val="1214967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4950896"/>
        <c:crosses val="autoZero"/>
        <c:auto val="1"/>
        <c:lblAlgn val="ctr"/>
        <c:lblOffset val="100"/>
        <c:tickMarkSkip val="1"/>
        <c:noMultiLvlLbl val="0"/>
      </c:catAx>
      <c:valAx>
        <c:axId val="1214950896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4967216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0.09553</cdr:x>
      <cdr:y>0.11441</cdr:y>
    </cdr:from>
    <cdr:to>
      <cdr:x>0.95688</cdr:x>
      <cdr:y>0.16227</cdr:y>
    </cdr:to>
    <cdr:sp macro="" textlink="">
      <cdr:nvSpPr>
        <cdr:cNvPr id="7" name="Rectangle 6">
          <a:extLst xmlns:a="http://schemas.openxmlformats.org/drawingml/2006/main">
            <a:ext uri="{FF2B5EF4-FFF2-40B4-BE49-F238E27FC236}">
              <a16:creationId xmlns:a16="http://schemas.microsoft.com/office/drawing/2014/main" id="{15D40346-8EAE-C49B-BB93-B1B7CB5319E0}"/>
            </a:ext>
          </a:extLst>
        </cdr:cNvPr>
        <cdr:cNvSpPr/>
      </cdr:nvSpPr>
      <cdr:spPr>
        <a:xfrm xmlns:a="http://schemas.openxmlformats.org/drawingml/2006/main">
          <a:off x="609127" y="630490"/>
          <a:ext cx="5492262" cy="263769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6">
            <a:lumMod val="20000"/>
            <a:lumOff val="80000"/>
            <a:alpha val="59000"/>
          </a:schemeClr>
        </a:solidFill>
        <a:ln xmlns:a="http://schemas.openxmlformats.org/drawingml/2006/main">
          <a:solidFill>
            <a:schemeClr val="accent6">
              <a:lumMod val="40000"/>
              <a:lumOff val="60000"/>
            </a:schemeClr>
          </a:solidFill>
          <a:prstDash val="dash"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tIns="0" bIns="0"/>
        <a:lstStyle xmlns:a="http://schemas.openxmlformats.org/drawingml/2006/main"/>
        <a:p xmlns:a="http://schemas.openxmlformats.org/drawingml/2006/main">
          <a:r>
            <a:rPr lang="en-US" sz="1800" b="1" kern="1200" dirty="0">
              <a:solidFill>
                <a:schemeClr val="tx1"/>
              </a:solidFill>
            </a:rPr>
            <a:t>Swappable Region = DOM </a:t>
          </a:r>
          <a:r>
            <a:rPr lang="en-US" sz="1800" b="1" u="sng" kern="1200" dirty="0">
              <a:solidFill>
                <a:schemeClr val="tx1"/>
              </a:solidFill>
            </a:rPr>
            <a:t>&gt;</a:t>
          </a:r>
          <a:r>
            <a:rPr lang="en-US" sz="1800" b="1" kern="1200" dirty="0">
              <a:solidFill>
                <a:schemeClr val="tx1"/>
              </a:solidFill>
            </a:rPr>
            <a:t> 2</a:t>
          </a:r>
        </a:p>
      </cdr:txBody>
    </cdr:sp>
  </cdr:relSizeAnchor>
  <cdr:relSizeAnchor xmlns:cdr="http://schemas.openxmlformats.org/drawingml/2006/chartDrawing">
    <cdr:from>
      <cdr:x>0.09733</cdr:x>
      <cdr:y>0.38077</cdr:y>
    </cdr:from>
    <cdr:to>
      <cdr:x>0.95868</cdr:x>
      <cdr:y>0.91174</cdr:y>
    </cdr:to>
    <cdr:sp macro="" textlink="">
      <cdr:nvSpPr>
        <cdr:cNvPr id="8" name="Rectangle 7">
          <a:extLst xmlns:a="http://schemas.openxmlformats.org/drawingml/2006/main">
            <a:ext uri="{FF2B5EF4-FFF2-40B4-BE49-F238E27FC236}">
              <a16:creationId xmlns:a16="http://schemas.microsoft.com/office/drawing/2014/main" id="{6E3FDDE2-9086-5256-1391-163D83456EE0}"/>
            </a:ext>
          </a:extLst>
        </cdr:cNvPr>
        <cdr:cNvSpPr/>
      </cdr:nvSpPr>
      <cdr:spPr>
        <a:xfrm xmlns:a="http://schemas.openxmlformats.org/drawingml/2006/main">
          <a:off x="620597" y="2098333"/>
          <a:ext cx="5492262" cy="2926080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>
            <a:lumMod val="65000"/>
            <a:alpha val="59000"/>
          </a:schemeClr>
        </a:solidFill>
        <a:ln xmlns:a="http://schemas.openxmlformats.org/drawingml/2006/main">
          <a:solidFill>
            <a:schemeClr val="bg1">
              <a:lumMod val="85000"/>
            </a:schemeClr>
          </a:solidFill>
          <a:prstDash val="dash"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lIns="91440" anchor="ctr" anchorCtr="0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800" b="1" kern="1200" dirty="0">
              <a:solidFill>
                <a:schemeClr val="tx1"/>
              </a:solidFill>
            </a:rPr>
            <a:t>Un-Acceptable Ranking </a:t>
          </a:r>
          <a:r>
            <a:rPr lang="en-US" sz="1800" b="1" u="sng" kern="1200" dirty="0">
              <a:solidFill>
                <a:schemeClr val="tx1"/>
              </a:solidFill>
            </a:rPr>
            <a:t>&lt;</a:t>
          </a:r>
          <a:r>
            <a:rPr lang="en-US" sz="1800" b="1" kern="1200" dirty="0">
              <a:solidFill>
                <a:schemeClr val="tx1"/>
              </a:solidFill>
            </a:rPr>
            <a:t> 2/3 in their Top 3 =DOM &gt; 6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D30F-AF8C-D256-CC00-17D8267A1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D8D94-97B3-3BBD-20D7-E556729E3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0C075-6019-4614-5287-2E3CF2D9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D6043-9B9B-AE7A-6ADB-4330EC73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81849-7C80-8868-D7CA-2A3DDC78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5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23D1-1E62-16AF-D1E5-48EA2602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CA537-6437-CBA7-7346-312B88415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5F63E-CCAA-7FD7-95FD-CA62BF268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8A8AC-AD76-2901-4DA3-2E383941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CAFF-9A11-E60A-398A-B25DC54C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95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7E89-B824-A0CC-EB88-53FF240A3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69EF6-2B4B-D71A-A691-F0892415C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C0552-46AD-79EA-E075-2156C38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ACE5A-07C9-77E1-DAA9-DB4E1148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58102-B2BC-E246-44FB-0B8F140B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506A-C1A5-82E7-33E4-13AB9AE1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20C89-66FA-9BC0-76FA-007EA7BD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19DE3-30C9-6761-EDFB-39988A901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D14FB-09A0-9812-15C6-1E2CF478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E9500-DF44-4D8D-2176-C8D5C1FD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EBCF6-9B47-4C93-614B-B0B14A61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F0DE-3D04-C838-F499-8F76E986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6544C-5EA6-DD66-D7F6-3D177299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F9324-60C0-33EA-8614-540ACE9E3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31575-4303-9698-EC75-D95665FD2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E7319D-E1B7-7194-B460-3AE380474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AC350B-F059-5938-7C78-DF46A2BA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342DD8-5112-2C0A-B211-D68B8DC0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40A75-4B0C-4960-3A56-D8FFA6EE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36EE-BEEA-3DBA-F20D-E4F5C2A5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85C77-44D2-64BB-1469-8E1324C5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C06BE-7F2E-6E6B-F4CC-95C3245C9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111DE-F382-1339-BC44-12F7378A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20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8C33C9-B880-42CE-8460-7A812623A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D4B8A-7B81-3E81-BA69-A20BA15E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5A7B1-15BD-0735-E2F5-89156D0A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8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EE10-DACE-3033-73C1-930ED61C8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6DED3-8815-42F1-DD3B-5FE651F81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09BC6-B750-5C98-0A97-CCE0F038A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5FE55-6D18-2BE8-52BB-D8CF4AA54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5B753-52D3-0F71-1DBF-ABA6E56B4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46966-9DCD-461A-C89E-F8CB5201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8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4612-81B8-67D2-D7A6-BFD80E147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ECA03-0513-8ABF-9889-2ADC8F79D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9D4E2-B580-504C-C970-62D5F4AC1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BEA29-3122-6D45-F67B-E34B224C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0F45E-A5EB-D25D-7716-4CC9A2CD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D55FE-E4E9-517E-B5C6-99939AE6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6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6CD5-84A2-0112-15E4-EDDB9FB4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72316-27C2-1B60-B576-FB6B6B645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152A4-1B1F-66DC-6FFF-5475ADE0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247D2-D53E-7A14-D164-132F6C366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232A3-6473-73D5-D70B-21A6959A2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20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B3E66A-8001-F128-9276-F8D0BF10E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5621F-B28B-6E93-A9CA-D14C4C846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FEAA8-C7B6-EBDD-96A6-90A693B3E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52E69-F85A-447D-B2F5-C3026ACD392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E50D-A491-1951-DBB6-7A3E3B667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B4513-9D55-BF47-63AE-A9E2E952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113D-3966-455B-AEBE-4338CDC5D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7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579CB"/>
            </a:gs>
            <a:gs pos="100000">
              <a:srgbClr val="602EA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50EEC-33B2-6D9A-52E9-5759B861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B617-91A2-CAF4-4F73-6C0BCE2A7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8EC46-701F-F2A2-1407-144741ACF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C952E69-F85A-447D-B2F5-C3026ACD3922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14045-3E10-FCF3-43C1-D80F41869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139F9-1237-8589-0110-CD1951B1D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874113D-3966-455B-AEBE-4338CDC5DF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0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40D28-1DF7-16AD-04E6-FDE304ACF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79911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Anti-Slytherin</a:t>
            </a:r>
            <a:r>
              <a:rPr lang="en-US" dirty="0"/>
              <a:t>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 Fairness-Centered Approach to Team Formation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253771C-506C-4C3C-F6BE-BA9F8A48F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3490" y="3566914"/>
            <a:ext cx="8205020" cy="2387600"/>
          </a:xfrm>
          <a:ln w="38100">
            <a:solidFill>
              <a:schemeClr val="bg1">
                <a:lumMod val="85000"/>
              </a:schemeClr>
            </a:solidFill>
          </a:ln>
        </p:spPr>
        <p:txBody>
          <a:bodyPr tIns="91440" bIns="91440" anchor="ctr" anchorCtr="1">
            <a:normAutofit/>
          </a:bodyPr>
          <a:lstStyle/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sz="2800" b="1" dirty="0"/>
              <a:t>Mark Annett, JD, MS BME</a:t>
            </a:r>
          </a:p>
          <a:p>
            <a:r>
              <a:rPr lang="en-US" sz="2800" b="1" dirty="0"/>
              <a:t>Professor of Practice</a:t>
            </a:r>
          </a:p>
          <a:p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New Jersey Institute of Technology (NJIT)</a:t>
            </a:r>
          </a:p>
          <a:p>
            <a:r>
              <a:rPr lang="en-US" b="1" dirty="0"/>
              <a:t>Email: msa223@NJIT.edu</a:t>
            </a:r>
          </a:p>
        </p:txBody>
      </p:sp>
    </p:spTree>
    <p:extLst>
      <p:ext uri="{BB962C8B-B14F-4D97-AF65-F5344CB8AC3E}">
        <p14:creationId xmlns:p14="http://schemas.microsoft.com/office/powerpoint/2010/main" val="3724580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41A1-9B5C-2BB4-B011-7EB7C2E7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Real-World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27F0-C46A-DAEA-B3AA-53EFD97EB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Asynchronous</a:t>
            </a:r>
          </a:p>
          <a:p>
            <a:r>
              <a:rPr lang="en-US" sz="4400" dirty="0"/>
              <a:t>30 students </a:t>
            </a:r>
            <a:r>
              <a:rPr lang="en-US" sz="4400" dirty="0">
                <a:sym typeface="Wingdings" panose="05000000000000000000" pitchFamily="2" charset="2"/>
              </a:rPr>
              <a:t> Startup Teams</a:t>
            </a:r>
            <a:endParaRPr lang="en-US" sz="4400" dirty="0"/>
          </a:p>
          <a:p>
            <a:r>
              <a:rPr lang="en-US" sz="4400" dirty="0"/>
              <a:t>Individual assignments too much</a:t>
            </a:r>
          </a:p>
          <a:p>
            <a:r>
              <a:rPr lang="en-US" sz="4400" dirty="0"/>
              <a:t>3-4 per Startup team (real world)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10538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DD8E-18E9-6949-CFFA-C1A9A20F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8B96F-7926-A054-3EAC-BADEC3CB5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When groups form</a:t>
            </a:r>
          </a:p>
          <a:p>
            <a:r>
              <a:rPr lang="en-US" sz="4400" dirty="0"/>
              <a:t>Usually - proximity based</a:t>
            </a:r>
          </a:p>
          <a:p>
            <a:r>
              <a:rPr lang="en-US" sz="4400" dirty="0"/>
              <a:t>Always someone </a:t>
            </a:r>
            <a:br>
              <a:rPr lang="en-US" sz="4400" dirty="0"/>
            </a:br>
            <a:r>
              <a:rPr lang="en-US" sz="4400" dirty="0"/>
              <a:t>“unhappy” in Slytherin</a:t>
            </a:r>
          </a:p>
          <a:p>
            <a:r>
              <a:rPr lang="en-US" sz="4400" dirty="0"/>
              <a:t>Want no one in Slytherin</a:t>
            </a:r>
          </a:p>
          <a:p>
            <a:endParaRPr lang="en-US" sz="4400" dirty="0"/>
          </a:p>
        </p:txBody>
      </p:sp>
      <p:pic>
        <p:nvPicPr>
          <p:cNvPr id="1026" name="Picture 2" descr="Harry Potter Nendoroid — Harry Potter Database">
            <a:extLst>
              <a:ext uri="{FF2B5EF4-FFF2-40B4-BE49-F238E27FC236}">
                <a16:creationId xmlns:a16="http://schemas.microsoft.com/office/drawing/2014/main" id="{EA9AA3E9-3934-D3CB-742E-7F4AE9D42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25" b="96250" l="10000" r="90000">
                        <a14:foregroundMark x1="48727" y1="7750" x2="60364" y2="4625"/>
                        <a14:foregroundMark x1="60364" y1="4625" x2="66545" y2="6125"/>
                        <a14:foregroundMark x1="37818" y1="91000" x2="44364" y2="91000"/>
                        <a14:foregroundMark x1="43455" y1="95875" x2="42727" y2="93000"/>
                        <a14:foregroundMark x1="58364" y1="96250" x2="57636" y2="91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164" y="0"/>
            <a:ext cx="4714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91D582-E0A4-D995-A568-18D48C6F5CEC}"/>
              </a:ext>
            </a:extLst>
          </p:cNvPr>
          <p:cNvSpPr/>
          <p:nvPr/>
        </p:nvSpPr>
        <p:spPr>
          <a:xfrm>
            <a:off x="8715218" y="1482664"/>
            <a:ext cx="16834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Anti-</a:t>
            </a:r>
          </a:p>
        </p:txBody>
      </p:sp>
    </p:spTree>
    <p:extLst>
      <p:ext uri="{BB962C8B-B14F-4D97-AF65-F5344CB8AC3E}">
        <p14:creationId xmlns:p14="http://schemas.microsoft.com/office/powerpoint/2010/main" val="377772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7654-D79A-EDBE-D51C-4336F11E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D01F6-C4B7-8FCF-198A-F490A86B5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Everyone propose a startup idea.</a:t>
            </a:r>
          </a:p>
          <a:p>
            <a:endParaRPr lang="en-US" sz="4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3B55ED5-E124-E990-7078-A4E48DD0358D}"/>
              </a:ext>
            </a:extLst>
          </p:cNvPr>
          <p:cNvGrpSpPr>
            <a:grpSpLocks noChangeAspect="1"/>
          </p:cNvGrpSpPr>
          <p:nvPr/>
        </p:nvGrpSpPr>
        <p:grpSpPr>
          <a:xfrm>
            <a:off x="9417726" y="90431"/>
            <a:ext cx="2648306" cy="3852081"/>
            <a:chOff x="7123164" y="0"/>
            <a:chExt cx="4714875" cy="6858000"/>
          </a:xfrm>
        </p:grpSpPr>
        <p:pic>
          <p:nvPicPr>
            <p:cNvPr id="4" name="Picture 2" descr="Harry Potter Nendoroid — Harry Potter Database">
              <a:extLst>
                <a:ext uri="{FF2B5EF4-FFF2-40B4-BE49-F238E27FC236}">
                  <a16:creationId xmlns:a16="http://schemas.microsoft.com/office/drawing/2014/main" id="{0FB394FB-77CD-5A51-27A7-9B6A91D784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625" b="96250" l="10000" r="90000">
                          <a14:foregroundMark x1="48727" y1="7750" x2="60364" y2="4625"/>
                          <a14:foregroundMark x1="60364" y1="4625" x2="66545" y2="6125"/>
                          <a14:foregroundMark x1="37818" y1="91000" x2="44364" y2="91000"/>
                          <a14:foregroundMark x1="43455" y1="95875" x2="42727" y2="93000"/>
                          <a14:foregroundMark x1="58364" y1="96250" x2="57636" y2="9112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3164" y="0"/>
              <a:ext cx="4714875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2FA37D-6084-8A09-30D3-173BACC4E635}"/>
                </a:ext>
              </a:extLst>
            </p:cNvPr>
            <p:cNvSpPr/>
            <p:nvPr/>
          </p:nvSpPr>
          <p:spPr>
            <a:xfrm>
              <a:off x="8715218" y="1482664"/>
              <a:ext cx="168347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 fontScale="55000" lnSpcReduction="20000"/>
            </a:bodyPr>
            <a:lstStyle/>
            <a:p>
              <a:pPr algn="ctr"/>
              <a:r>
                <a:rPr lang="en-US" sz="5400" b="1" dirty="0">
                  <a:ln w="3175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chemeClr val="accent1">
                        <a:alpha val="30000"/>
                      </a:schemeClr>
                    </a:outerShdw>
                  </a:effectLst>
                </a:rPr>
                <a:t>Anti-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57B923A-EBBF-4F53-6639-97E5A885E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662" y="2584220"/>
            <a:ext cx="8164064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93A6-038D-4E52-ED2B-A3040A95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B5F7-F1F1-9602-C765-4AE22074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272B-D596-AA16-1C27-2316EB3A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Everyone propose a startup idea.</a:t>
            </a:r>
          </a:p>
          <a:p>
            <a:r>
              <a:rPr lang="en-US" sz="4400" dirty="0"/>
              <a:t>Everyone vote on top 5 choices</a:t>
            </a:r>
          </a:p>
          <a:p>
            <a:pPr marL="0" indent="0">
              <a:buNone/>
            </a:pPr>
            <a:endParaRPr lang="en-US" sz="4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CB6344-71C3-55C8-47AD-72BC278C9F27}"/>
              </a:ext>
            </a:extLst>
          </p:cNvPr>
          <p:cNvGrpSpPr>
            <a:grpSpLocks noChangeAspect="1"/>
          </p:cNvGrpSpPr>
          <p:nvPr/>
        </p:nvGrpSpPr>
        <p:grpSpPr>
          <a:xfrm>
            <a:off x="9417726" y="90431"/>
            <a:ext cx="2648306" cy="3852081"/>
            <a:chOff x="7123164" y="0"/>
            <a:chExt cx="4714875" cy="6858000"/>
          </a:xfrm>
        </p:grpSpPr>
        <p:pic>
          <p:nvPicPr>
            <p:cNvPr id="4" name="Picture 2" descr="Harry Potter Nendoroid — Harry Potter Database">
              <a:extLst>
                <a:ext uri="{FF2B5EF4-FFF2-40B4-BE49-F238E27FC236}">
                  <a16:creationId xmlns:a16="http://schemas.microsoft.com/office/drawing/2014/main" id="{A4A366D5-3A08-F98C-D3E2-0E75784BA5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625" b="96250" l="10000" r="90000">
                          <a14:foregroundMark x1="48727" y1="7750" x2="60364" y2="4625"/>
                          <a14:foregroundMark x1="60364" y1="4625" x2="66545" y2="6125"/>
                          <a14:foregroundMark x1="37818" y1="91000" x2="44364" y2="91000"/>
                          <a14:foregroundMark x1="43455" y1="95875" x2="42727" y2="93000"/>
                          <a14:foregroundMark x1="58364" y1="96250" x2="57636" y2="9112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3164" y="0"/>
              <a:ext cx="4714875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BDA36C3-7457-89AD-4272-617D7485D658}"/>
                </a:ext>
              </a:extLst>
            </p:cNvPr>
            <p:cNvSpPr/>
            <p:nvPr/>
          </p:nvSpPr>
          <p:spPr>
            <a:xfrm>
              <a:off x="8715218" y="1482664"/>
              <a:ext cx="168347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 fontScale="55000" lnSpcReduction="20000"/>
            </a:bodyPr>
            <a:lstStyle/>
            <a:p>
              <a:pPr algn="ctr"/>
              <a:r>
                <a:rPr lang="en-US" sz="5400" b="1" dirty="0">
                  <a:ln w="3175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chemeClr val="accent1">
                        <a:alpha val="30000"/>
                      </a:schemeClr>
                    </a:outerShdw>
                  </a:effectLst>
                </a:rPr>
                <a:t>Anti-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A512CDA-18CC-6743-1271-24B1B4AE65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271"/>
          <a:stretch>
            <a:fillRect/>
          </a:stretch>
        </p:blipFill>
        <p:spPr>
          <a:xfrm>
            <a:off x="2841525" y="3264310"/>
            <a:ext cx="5860026" cy="359369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60A057E-3A4C-D0FD-9E4D-9746E13EB683}"/>
              </a:ext>
            </a:extLst>
          </p:cNvPr>
          <p:cNvSpPr/>
          <p:nvPr/>
        </p:nvSpPr>
        <p:spPr>
          <a:xfrm>
            <a:off x="838200" y="4452708"/>
            <a:ext cx="1846006" cy="1376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 Form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971C80B-8FA3-1C6D-1503-1C74966DABA3}"/>
              </a:ext>
            </a:extLst>
          </p:cNvPr>
          <p:cNvSpPr/>
          <p:nvPr/>
        </p:nvSpPr>
        <p:spPr>
          <a:xfrm flipH="1">
            <a:off x="8858870" y="4452708"/>
            <a:ext cx="2025440" cy="1376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Enforce one company/rank</a:t>
            </a:r>
          </a:p>
        </p:txBody>
      </p:sp>
    </p:spTree>
    <p:extLst>
      <p:ext uri="{BB962C8B-B14F-4D97-AF65-F5344CB8AC3E}">
        <p14:creationId xmlns:p14="http://schemas.microsoft.com/office/powerpoint/2010/main" val="169714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F3C15-0353-DA3B-C9DC-559329B5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99C5-BB29-2A4D-B793-4A350D90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65E15-3256-903C-6131-8605C8D8F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Everyone propose a startup idea.</a:t>
            </a:r>
          </a:p>
          <a:p>
            <a:r>
              <a:rPr lang="en-US" sz="4400" dirty="0"/>
              <a:t>Everyone vote on top 5 choices</a:t>
            </a:r>
          </a:p>
          <a:p>
            <a:r>
              <a:rPr lang="en-US" sz="4400" dirty="0"/>
              <a:t>Goal - Develop an algorithm(s)…</a:t>
            </a:r>
          </a:p>
          <a:p>
            <a:endParaRPr lang="en-US" sz="4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1A8B0F-C62B-5C18-0660-1C37F839FE96}"/>
              </a:ext>
            </a:extLst>
          </p:cNvPr>
          <p:cNvGrpSpPr>
            <a:grpSpLocks noChangeAspect="1"/>
          </p:cNvGrpSpPr>
          <p:nvPr/>
        </p:nvGrpSpPr>
        <p:grpSpPr>
          <a:xfrm>
            <a:off x="9417726" y="90431"/>
            <a:ext cx="2648306" cy="3852081"/>
            <a:chOff x="7123164" y="0"/>
            <a:chExt cx="4714875" cy="6858000"/>
          </a:xfrm>
        </p:grpSpPr>
        <p:pic>
          <p:nvPicPr>
            <p:cNvPr id="4" name="Picture 2" descr="Harry Potter Nendoroid — Harry Potter Database">
              <a:extLst>
                <a:ext uri="{FF2B5EF4-FFF2-40B4-BE49-F238E27FC236}">
                  <a16:creationId xmlns:a16="http://schemas.microsoft.com/office/drawing/2014/main" id="{2A176608-FCE3-4DC1-257B-C234C6BD9C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625" b="96250" l="10000" r="90000">
                          <a14:foregroundMark x1="48727" y1="7750" x2="60364" y2="4625"/>
                          <a14:foregroundMark x1="60364" y1="4625" x2="66545" y2="6125"/>
                          <a14:foregroundMark x1="37818" y1="91000" x2="44364" y2="91000"/>
                          <a14:foregroundMark x1="43455" y1="95875" x2="42727" y2="93000"/>
                          <a14:foregroundMark x1="58364" y1="96250" x2="57636" y2="9112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3164" y="0"/>
              <a:ext cx="4714875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200581F-E3E7-692C-1E7A-E45ECE2AB198}"/>
                </a:ext>
              </a:extLst>
            </p:cNvPr>
            <p:cNvSpPr/>
            <p:nvPr/>
          </p:nvSpPr>
          <p:spPr>
            <a:xfrm>
              <a:off x="8715218" y="1482664"/>
              <a:ext cx="168347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 fontScale="55000" lnSpcReduction="20000"/>
            </a:bodyPr>
            <a:lstStyle/>
            <a:p>
              <a:pPr algn="ctr"/>
              <a:r>
                <a:rPr lang="en-US" sz="5400" b="1" dirty="0">
                  <a:ln w="3175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chemeClr val="accent1">
                        <a:alpha val="30000"/>
                      </a:schemeClr>
                    </a:outerShdw>
                  </a:effectLst>
                </a:rPr>
                <a:t>Anti-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1063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A136-B2A0-01FA-255C-3AEC1560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Initial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E839A-E4A2-FC48-508A-FD94726F2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No one in Slytherin </a:t>
            </a:r>
            <a:r>
              <a:rPr lang="en-US" sz="4000" dirty="0"/>
              <a:t>was priority #1</a:t>
            </a:r>
          </a:p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Phase 1 – Select the Startup Pool </a:t>
            </a:r>
          </a:p>
          <a:p>
            <a:r>
              <a:rPr lang="en-US" sz="4000" dirty="0"/>
              <a:t>Phase 2 – Sorting (Three Algorithms) 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/>
              <a:t>Fill First (company centric/fewest)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/>
              <a:t>Rank First (student centric/highest)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/>
              <a:t>Best First (hybrid best/company)</a:t>
            </a:r>
          </a:p>
          <a:p>
            <a:r>
              <a:rPr lang="en-US" sz="4000" dirty="0"/>
              <a:t>Tie break rules crucial (least opportunity)</a:t>
            </a:r>
          </a:p>
          <a:p>
            <a:endParaRPr lang="en-US" sz="4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882390-11EA-5914-7402-EE546E6D7CD3}"/>
              </a:ext>
            </a:extLst>
          </p:cNvPr>
          <p:cNvGrpSpPr>
            <a:grpSpLocks noChangeAspect="1"/>
          </p:cNvGrpSpPr>
          <p:nvPr/>
        </p:nvGrpSpPr>
        <p:grpSpPr>
          <a:xfrm>
            <a:off x="9417726" y="90431"/>
            <a:ext cx="2648306" cy="3852081"/>
            <a:chOff x="7123164" y="0"/>
            <a:chExt cx="4714875" cy="6858000"/>
          </a:xfrm>
        </p:grpSpPr>
        <p:pic>
          <p:nvPicPr>
            <p:cNvPr id="5" name="Picture 2" descr="Harry Potter Nendoroid — Harry Potter Database">
              <a:extLst>
                <a:ext uri="{FF2B5EF4-FFF2-40B4-BE49-F238E27FC236}">
                  <a16:creationId xmlns:a16="http://schemas.microsoft.com/office/drawing/2014/main" id="{03E1BC86-BBDB-8355-3AA0-A321AC584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625" b="96250" l="10000" r="90000">
                          <a14:foregroundMark x1="48727" y1="7750" x2="60364" y2="4625"/>
                          <a14:foregroundMark x1="60364" y1="4625" x2="66545" y2="6125"/>
                          <a14:foregroundMark x1="37818" y1="91000" x2="44364" y2="91000"/>
                          <a14:foregroundMark x1="43455" y1="95875" x2="42727" y2="93000"/>
                          <a14:foregroundMark x1="58364" y1="96250" x2="57636" y2="9112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3164" y="0"/>
              <a:ext cx="4714875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DA80B6-FE0B-7799-DFAF-33FD6D48BC98}"/>
                </a:ext>
              </a:extLst>
            </p:cNvPr>
            <p:cNvSpPr/>
            <p:nvPr/>
          </p:nvSpPr>
          <p:spPr>
            <a:xfrm>
              <a:off x="8715218" y="1482664"/>
              <a:ext cx="168347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 fontScale="55000" lnSpcReduction="20000"/>
            </a:bodyPr>
            <a:lstStyle/>
            <a:p>
              <a:pPr algn="ctr"/>
              <a:r>
                <a:rPr lang="en-US" sz="5400" b="1" dirty="0">
                  <a:ln w="3175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chemeClr val="accent1">
                        <a:alpha val="30000"/>
                      </a:schemeClr>
                    </a:outerShdw>
                  </a:effectLst>
                </a:rPr>
                <a:t>Anti-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71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3B4D-447A-9263-8308-F3330B5CF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2C01A-209E-232C-6037-64BE5096B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432"/>
            <a:ext cx="10515600" cy="1178832"/>
          </a:xfrm>
        </p:spPr>
        <p:txBody>
          <a:bodyPr>
            <a:normAutofit/>
          </a:bodyPr>
          <a:lstStyle/>
          <a:p>
            <a:r>
              <a:rPr lang="en-US" sz="4000" dirty="0"/>
              <a:t>Success! (FIRST TRY)</a:t>
            </a:r>
          </a:p>
          <a:p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93BCE-9605-680A-E3A1-262066A4A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527" y="2190139"/>
            <a:ext cx="8887448" cy="430273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950808-FDF9-6BB7-BDF1-2F7D5A696C4D}"/>
              </a:ext>
            </a:extLst>
          </p:cNvPr>
          <p:cNvSpPr txBox="1">
            <a:spLocks/>
          </p:cNvSpPr>
          <p:nvPr/>
        </p:nvSpPr>
        <p:spPr>
          <a:xfrm>
            <a:off x="6220199" y="2844995"/>
            <a:ext cx="5362201" cy="228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Questions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Brilliant ???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Lucky ???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Student ranking is Special ???</a:t>
            </a:r>
          </a:p>
        </p:txBody>
      </p:sp>
    </p:spTree>
    <p:extLst>
      <p:ext uri="{BB962C8B-B14F-4D97-AF65-F5344CB8AC3E}">
        <p14:creationId xmlns:p14="http://schemas.microsoft.com/office/powerpoint/2010/main" val="150006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A765-47BB-6288-1AA5-32BC8B81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3EA5B-8E9D-5334-E8AE-04EF5D757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520"/>
            <a:ext cx="10515600" cy="5227320"/>
          </a:xfrm>
        </p:spPr>
        <p:txBody>
          <a:bodyPr>
            <a:normAutofit/>
          </a:bodyPr>
          <a:lstStyle/>
          <a:p>
            <a:r>
              <a:rPr lang="en-US" sz="3600" dirty="0"/>
              <a:t>Randomly (key) generate data</a:t>
            </a:r>
          </a:p>
          <a:p>
            <a:pPr lvl="1"/>
            <a:r>
              <a:rPr lang="en-US" sz="3200" dirty="0"/>
              <a:t>Any # of startup companies </a:t>
            </a:r>
          </a:p>
          <a:p>
            <a:pPr lvl="1"/>
            <a:r>
              <a:rPr lang="en-US" sz="3200" dirty="0"/>
              <a:t>Any # of students </a:t>
            </a:r>
          </a:p>
          <a:p>
            <a:pPr lvl="1"/>
            <a:r>
              <a:rPr lang="en-US" sz="3200" dirty="0"/>
              <a:t>Ranking of companies (1-5)</a:t>
            </a:r>
          </a:p>
          <a:p>
            <a:pPr lvl="1"/>
            <a:r>
              <a:rPr lang="en-US" sz="3200" dirty="0"/>
              <a:t>Specify # companies (seats)</a:t>
            </a:r>
          </a:p>
          <a:p>
            <a:r>
              <a:rPr lang="en-US" sz="3600" dirty="0"/>
              <a:t>Run any # of simulation </a:t>
            </a:r>
          </a:p>
          <a:p>
            <a:pPr lvl="1"/>
            <a:r>
              <a:rPr lang="en-US" sz="3200" dirty="0"/>
              <a:t>Profile of vote distribution/trial</a:t>
            </a:r>
          </a:p>
          <a:p>
            <a:pPr lvl="1"/>
            <a:r>
              <a:rPr lang="en-US" sz="3200" dirty="0"/>
              <a:t>Viability of Pool (possible)</a:t>
            </a:r>
          </a:p>
          <a:p>
            <a:pPr lvl="1"/>
            <a:r>
              <a:rPr lang="en-US" sz="3200" dirty="0"/>
              <a:t>Success of the placements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87C050-C095-CC92-792A-AB77E5BA9D94}"/>
              </a:ext>
            </a:extLst>
          </p:cNvPr>
          <p:cNvSpPr/>
          <p:nvPr/>
        </p:nvSpPr>
        <p:spPr>
          <a:xfrm>
            <a:off x="7489176" y="2376803"/>
            <a:ext cx="4332213" cy="25853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30 Students/ </a:t>
            </a:r>
          </a:p>
          <a:p>
            <a:pPr algn="ctr"/>
            <a:r>
              <a:rPr lang="en-US" sz="5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10 Startups</a:t>
            </a:r>
            <a:b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 Seats/Per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A51F49F7-634A-31D4-CA36-1C3EA0ADF9DB}"/>
              </a:ext>
            </a:extLst>
          </p:cNvPr>
          <p:cNvSpPr/>
          <p:nvPr/>
        </p:nvSpPr>
        <p:spPr>
          <a:xfrm>
            <a:off x="6597445" y="3429000"/>
            <a:ext cx="796413" cy="671052"/>
          </a:xfrm>
          <a:prstGeom prst="striped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0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9A1C-615B-1C6B-B263-0D0C71B0A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8508-6D5A-BE90-10B3-351DC190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of 1,000 Trials</a:t>
            </a:r>
            <a:br>
              <a:rPr lang="en-US" dirty="0"/>
            </a:br>
            <a:r>
              <a:rPr lang="en-US" sz="3100" b="0" dirty="0"/>
              <a:t>30 students / 30 proposals / </a:t>
            </a:r>
            <a:r>
              <a:rPr lang="en-US" sz="3100" b="0" u="sng" dirty="0"/>
              <a:t>X</a:t>
            </a:r>
            <a:r>
              <a:rPr lang="en-US" sz="3100" b="0" dirty="0"/>
              <a:t> companies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09B3E9-2507-C48F-6CAA-7BFB1283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53" y="1771505"/>
            <a:ext cx="11304308" cy="47213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C6E314-6B5E-A197-47C1-59C1EF4C5C60}"/>
              </a:ext>
            </a:extLst>
          </p:cNvPr>
          <p:cNvSpPr/>
          <p:nvPr/>
        </p:nvSpPr>
        <p:spPr>
          <a:xfrm>
            <a:off x="528553" y="4796589"/>
            <a:ext cx="11304308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174D2-AD40-E0C9-02E5-450040618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65" y="1771504"/>
            <a:ext cx="1903894" cy="9618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F6F984-9615-5ECD-094C-580E096842BB}"/>
              </a:ext>
            </a:extLst>
          </p:cNvPr>
          <p:cNvSpPr/>
          <p:nvPr/>
        </p:nvSpPr>
        <p:spPr>
          <a:xfrm>
            <a:off x="528552" y="3539613"/>
            <a:ext cx="700479" cy="249739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3E1FD53-0539-DDD6-8A00-F391C89DD300}"/>
              </a:ext>
            </a:extLst>
          </p:cNvPr>
          <p:cNvSpPr/>
          <p:nvPr/>
        </p:nvSpPr>
        <p:spPr>
          <a:xfrm>
            <a:off x="430910" y="1553498"/>
            <a:ext cx="953728" cy="1394166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Popularity</a:t>
            </a:r>
          </a:p>
        </p:txBody>
      </p:sp>
    </p:spTree>
    <p:extLst>
      <p:ext uri="{BB962C8B-B14F-4D97-AF65-F5344CB8AC3E}">
        <p14:creationId xmlns:p14="http://schemas.microsoft.com/office/powerpoint/2010/main" val="276120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8718-2538-0EEE-7248-20BA035FC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DFFA-5F56-EAD2-E2E8-1BE02599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of 1,000 Trials</a:t>
            </a:r>
            <a:br>
              <a:rPr lang="en-US" dirty="0"/>
            </a:br>
            <a:r>
              <a:rPr lang="en-US" sz="3100" b="0" dirty="0"/>
              <a:t>30 students / 30 proposals / </a:t>
            </a:r>
            <a:r>
              <a:rPr lang="en-US" sz="3100" b="0" u="sng" dirty="0"/>
              <a:t>X</a:t>
            </a:r>
            <a:r>
              <a:rPr lang="en-US" sz="3100" b="0" dirty="0"/>
              <a:t> companies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EA9DF5-774A-1E00-8DA1-318142196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53" y="1771505"/>
            <a:ext cx="11304308" cy="4721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242DED-806B-3A0A-298D-EB3720331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65" y="1771504"/>
            <a:ext cx="1903894" cy="9618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15E0BAB-496B-4301-9176-96137A029FFD}"/>
              </a:ext>
            </a:extLst>
          </p:cNvPr>
          <p:cNvSpPr/>
          <p:nvPr/>
        </p:nvSpPr>
        <p:spPr>
          <a:xfrm>
            <a:off x="528553" y="4796589"/>
            <a:ext cx="11304308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6C1084-BC62-345F-05E4-BDF8EB9ED769}"/>
              </a:ext>
            </a:extLst>
          </p:cNvPr>
          <p:cNvSpPr/>
          <p:nvPr/>
        </p:nvSpPr>
        <p:spPr>
          <a:xfrm>
            <a:off x="528552" y="3539613"/>
            <a:ext cx="700479" cy="249739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FB790E84-1CE1-4748-2FB8-D828412FAFC5}"/>
              </a:ext>
            </a:extLst>
          </p:cNvPr>
          <p:cNvSpPr/>
          <p:nvPr/>
        </p:nvSpPr>
        <p:spPr>
          <a:xfrm>
            <a:off x="430910" y="1553498"/>
            <a:ext cx="953728" cy="1394166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Popularity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713BA-1363-D60D-F928-E393E0F8B1F1}"/>
              </a:ext>
            </a:extLst>
          </p:cNvPr>
          <p:cNvSpPr/>
          <p:nvPr/>
        </p:nvSpPr>
        <p:spPr>
          <a:xfrm>
            <a:off x="1258529" y="2753032"/>
            <a:ext cx="1081548" cy="373984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3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945F9-296B-D20D-6745-C763FB3E0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5C4C-AF8F-ACAA-9170-B6FECE8F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of 1,000 Trials</a:t>
            </a:r>
            <a:br>
              <a:rPr lang="en-US" dirty="0"/>
            </a:br>
            <a:r>
              <a:rPr lang="en-US" sz="3100" b="0" dirty="0"/>
              <a:t>30 students / 30 proposals / </a:t>
            </a:r>
            <a:r>
              <a:rPr lang="en-US" sz="3100" b="0" u="sng" dirty="0"/>
              <a:t>X</a:t>
            </a:r>
            <a:r>
              <a:rPr lang="en-US" sz="3100" b="0" dirty="0"/>
              <a:t> companies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D88946-31A2-E060-B8D8-6072F967D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53" y="1771505"/>
            <a:ext cx="11304308" cy="47213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0DFBFB-E505-89A5-B439-5486C19304F1}"/>
              </a:ext>
            </a:extLst>
          </p:cNvPr>
          <p:cNvSpPr/>
          <p:nvPr/>
        </p:nvSpPr>
        <p:spPr>
          <a:xfrm>
            <a:off x="528553" y="4796589"/>
            <a:ext cx="11304308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AF002B-E7AB-8C0F-221A-013F37ED6D2E}"/>
              </a:ext>
            </a:extLst>
          </p:cNvPr>
          <p:cNvSpPr/>
          <p:nvPr/>
        </p:nvSpPr>
        <p:spPr>
          <a:xfrm>
            <a:off x="2349909" y="2753033"/>
            <a:ext cx="757085" cy="373984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F3A49-D6B0-E1EA-A802-15214573CACE}"/>
              </a:ext>
            </a:extLst>
          </p:cNvPr>
          <p:cNvSpPr/>
          <p:nvPr/>
        </p:nvSpPr>
        <p:spPr>
          <a:xfrm>
            <a:off x="5423622" y="2753033"/>
            <a:ext cx="757085" cy="373984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14C08-07EE-872E-BDCB-D287CF3112BE}"/>
              </a:ext>
            </a:extLst>
          </p:cNvPr>
          <p:cNvSpPr/>
          <p:nvPr/>
        </p:nvSpPr>
        <p:spPr>
          <a:xfrm>
            <a:off x="8497335" y="2753033"/>
            <a:ext cx="887991" cy="373984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8FEF2E60-091E-CBAA-D0F6-6CA6B976B0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6827" b="49199"/>
          <a:stretch>
            <a:fillRect/>
          </a:stretch>
        </p:blipFill>
        <p:spPr bwMode="auto">
          <a:xfrm>
            <a:off x="7741469" y="1690688"/>
            <a:ext cx="709877" cy="129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FA5A4441-CD83-836E-AE57-E30D912F38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828" b="50381"/>
          <a:stretch>
            <a:fillRect/>
          </a:stretch>
        </p:blipFill>
        <p:spPr bwMode="auto">
          <a:xfrm>
            <a:off x="4622034" y="1690688"/>
            <a:ext cx="709878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9988EF4D-AF66-E40E-6B30-278F736C70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67" r="33731" b="50381"/>
          <a:stretch>
            <a:fillRect/>
          </a:stretch>
        </p:blipFill>
        <p:spPr bwMode="auto">
          <a:xfrm>
            <a:off x="10993581" y="1690688"/>
            <a:ext cx="708373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E473C2-EAFE-FBD9-E4A5-657F5E0EA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65" y="1771504"/>
            <a:ext cx="1903894" cy="96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8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F2E1-7377-0754-C1E2-45975095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AD86-FC4F-7A40-5DCC-7A56FD3E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of 1,000 Trials</a:t>
            </a:r>
            <a:br>
              <a:rPr lang="en-US" dirty="0"/>
            </a:br>
            <a:r>
              <a:rPr lang="en-US" sz="3100" b="0" dirty="0"/>
              <a:t>30 students / 30 proposals / </a:t>
            </a:r>
            <a:r>
              <a:rPr lang="en-US" sz="3100" b="0" u="sng" dirty="0"/>
              <a:t>X</a:t>
            </a:r>
            <a:r>
              <a:rPr lang="en-US" sz="3100" b="0" dirty="0"/>
              <a:t> companies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10C788-CAED-DF9C-0E6F-FD376DD86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53" y="1771505"/>
            <a:ext cx="11304308" cy="47213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3BE91A0-935F-9ADE-8FCE-3831E9E0EF5C}"/>
              </a:ext>
            </a:extLst>
          </p:cNvPr>
          <p:cNvSpPr/>
          <p:nvPr/>
        </p:nvSpPr>
        <p:spPr>
          <a:xfrm>
            <a:off x="528553" y="4796589"/>
            <a:ext cx="11304308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9725C9-00D5-DD4F-927A-A3B9502D8D61}"/>
              </a:ext>
            </a:extLst>
          </p:cNvPr>
          <p:cNvSpPr/>
          <p:nvPr/>
        </p:nvSpPr>
        <p:spPr>
          <a:xfrm>
            <a:off x="3765755" y="2753033"/>
            <a:ext cx="594199" cy="373984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1F0605-33F5-9938-F17E-A9997FB69FC1}"/>
              </a:ext>
            </a:extLst>
          </p:cNvPr>
          <p:cNvSpPr/>
          <p:nvPr/>
        </p:nvSpPr>
        <p:spPr>
          <a:xfrm>
            <a:off x="6839468" y="2753033"/>
            <a:ext cx="594199" cy="373984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323124-479D-14BF-8274-92F7807DF53C}"/>
              </a:ext>
            </a:extLst>
          </p:cNvPr>
          <p:cNvSpPr/>
          <p:nvPr/>
        </p:nvSpPr>
        <p:spPr>
          <a:xfrm>
            <a:off x="10143740" y="2753033"/>
            <a:ext cx="594199" cy="373984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1057A561-FB1B-9052-F243-FD8E01FACD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6827" b="49199"/>
          <a:stretch>
            <a:fillRect/>
          </a:stretch>
        </p:blipFill>
        <p:spPr bwMode="auto">
          <a:xfrm>
            <a:off x="7741469" y="1690688"/>
            <a:ext cx="709877" cy="129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AD9E1346-AF2D-817E-AD67-53FFE41A1F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67" r="33731" b="50381"/>
          <a:stretch>
            <a:fillRect/>
          </a:stretch>
        </p:blipFill>
        <p:spPr bwMode="auto">
          <a:xfrm>
            <a:off x="10993581" y="1690688"/>
            <a:ext cx="708373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6BA1CB24-E392-2DB6-64D2-DCCAD7C6AA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67" r="33731" b="50381"/>
          <a:stretch>
            <a:fillRect/>
          </a:stretch>
        </p:blipFill>
        <p:spPr bwMode="auto">
          <a:xfrm>
            <a:off x="4615596" y="1690688"/>
            <a:ext cx="708373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84E4CC-48B4-11B4-ED85-AFB47C7A7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65" y="1771504"/>
            <a:ext cx="1903894" cy="96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3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22A84-CA4E-FD62-60AE-208DCD97A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3273-76C8-AE8B-FB4C-22DDCAE3C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of 1,000 Trials</a:t>
            </a:r>
            <a:br>
              <a:rPr lang="en-US" dirty="0"/>
            </a:br>
            <a:r>
              <a:rPr lang="en-US" sz="3100" b="0" dirty="0"/>
              <a:t>30 students / 30 proposals / </a:t>
            </a:r>
            <a:r>
              <a:rPr lang="en-US" sz="3100" b="0" u="sng" dirty="0"/>
              <a:t>X</a:t>
            </a:r>
            <a:r>
              <a:rPr lang="en-US" sz="3100" b="0" dirty="0"/>
              <a:t> companies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C5058A-0654-B5D4-B6C3-B5328C06A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53" y="1771505"/>
            <a:ext cx="11304308" cy="472136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EED0214-F74D-A646-8E3D-5462CE025A2A}"/>
              </a:ext>
            </a:extLst>
          </p:cNvPr>
          <p:cNvSpPr/>
          <p:nvPr/>
        </p:nvSpPr>
        <p:spPr>
          <a:xfrm>
            <a:off x="528553" y="4796589"/>
            <a:ext cx="11304308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ACAED0-2A77-676F-CAC1-BDC4EA034677}"/>
              </a:ext>
            </a:extLst>
          </p:cNvPr>
          <p:cNvSpPr/>
          <p:nvPr/>
        </p:nvSpPr>
        <p:spPr>
          <a:xfrm>
            <a:off x="4375358" y="2753033"/>
            <a:ext cx="1002275" cy="37398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51218-FD51-3287-1E81-B1F061456257}"/>
              </a:ext>
            </a:extLst>
          </p:cNvPr>
          <p:cNvSpPr/>
          <p:nvPr/>
        </p:nvSpPr>
        <p:spPr>
          <a:xfrm>
            <a:off x="7449071" y="2753033"/>
            <a:ext cx="1002275" cy="37398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20D22-B061-D0E2-120C-DD6461ECA2A0}"/>
              </a:ext>
            </a:extLst>
          </p:cNvPr>
          <p:cNvSpPr/>
          <p:nvPr/>
        </p:nvSpPr>
        <p:spPr>
          <a:xfrm>
            <a:off x="10764908" y="2753033"/>
            <a:ext cx="1002275" cy="37398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02F07C62-E5DD-58AB-9954-0E2465A7EB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6827" b="49199"/>
          <a:stretch>
            <a:fillRect/>
          </a:stretch>
        </p:blipFill>
        <p:spPr bwMode="auto">
          <a:xfrm>
            <a:off x="4595145" y="1690688"/>
            <a:ext cx="709877" cy="129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2684CAC8-63EA-7AF1-DB3D-A5DD7B8E4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828" b="50381"/>
          <a:stretch>
            <a:fillRect/>
          </a:stretch>
        </p:blipFill>
        <p:spPr bwMode="auto">
          <a:xfrm>
            <a:off x="7738866" y="1690688"/>
            <a:ext cx="709878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43E41998-ED92-33F0-5619-DABDB8AA3A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67" r="33731" b="50381"/>
          <a:stretch>
            <a:fillRect/>
          </a:stretch>
        </p:blipFill>
        <p:spPr bwMode="auto">
          <a:xfrm>
            <a:off x="10993581" y="1690688"/>
            <a:ext cx="708373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6D850F-1024-5E6A-D1A8-E33FEEF55404}"/>
              </a:ext>
            </a:extLst>
          </p:cNvPr>
          <p:cNvSpPr/>
          <p:nvPr/>
        </p:nvSpPr>
        <p:spPr>
          <a:xfrm>
            <a:off x="1258529" y="2753032"/>
            <a:ext cx="1081548" cy="373984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4320E1-BEB3-740D-B6F4-5F27EE0FB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65" y="1771504"/>
            <a:ext cx="1903894" cy="961863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CD171C49-3627-B557-C746-D7C11977CDE9}"/>
              </a:ext>
            </a:extLst>
          </p:cNvPr>
          <p:cNvSpPr/>
          <p:nvPr/>
        </p:nvSpPr>
        <p:spPr>
          <a:xfrm>
            <a:off x="430910" y="1553498"/>
            <a:ext cx="953728" cy="1394166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Popularity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AC2619B-4B6E-3C56-066F-2E76D8AEBAA1}"/>
              </a:ext>
            </a:extLst>
          </p:cNvPr>
          <p:cNvSpPr/>
          <p:nvPr/>
        </p:nvSpPr>
        <p:spPr>
          <a:xfrm>
            <a:off x="727587" y="1771503"/>
            <a:ext cx="2143432" cy="961863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Problem</a:t>
            </a: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E2C558B2-EBC1-7C48-8054-6ACAB1613F9D}"/>
              </a:ext>
            </a:extLst>
          </p:cNvPr>
          <p:cNvSpPr/>
          <p:nvPr/>
        </p:nvSpPr>
        <p:spPr>
          <a:xfrm>
            <a:off x="1622322" y="5473314"/>
            <a:ext cx="3313471" cy="570271"/>
          </a:xfrm>
          <a:prstGeom prst="curved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A0E69DD8-4D68-417B-0201-56F7EC154EC4}"/>
              </a:ext>
            </a:extLst>
          </p:cNvPr>
          <p:cNvSpPr/>
          <p:nvPr/>
        </p:nvSpPr>
        <p:spPr>
          <a:xfrm>
            <a:off x="1682904" y="5278459"/>
            <a:ext cx="6428709" cy="765125"/>
          </a:xfrm>
          <a:prstGeom prst="curved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Curved Down 17">
            <a:extLst>
              <a:ext uri="{FF2B5EF4-FFF2-40B4-BE49-F238E27FC236}">
                <a16:creationId xmlns:a16="http://schemas.microsoft.com/office/drawing/2014/main" id="{BED390B5-4CCB-9A6F-23A2-98472F4C6887}"/>
              </a:ext>
            </a:extLst>
          </p:cNvPr>
          <p:cNvSpPr/>
          <p:nvPr/>
        </p:nvSpPr>
        <p:spPr>
          <a:xfrm>
            <a:off x="1622322" y="5044257"/>
            <a:ext cx="9802762" cy="999327"/>
          </a:xfrm>
          <a:prstGeom prst="curvedDownArrow">
            <a:avLst>
              <a:gd name="adj1" fmla="val 25000"/>
              <a:gd name="adj2" fmla="val 42092"/>
              <a:gd name="adj3" fmla="val 1811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11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 animBg="1"/>
      <p:bldP spid="17" grpId="0" animBg="1"/>
      <p:bldP spid="19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BC1D-2C3F-1AB7-5257-EAE961BC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Disappointing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978CE-7093-20F4-BC0F-89C178302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strike="sngStrike" dirty="0"/>
              <a:t>Brilliant </a:t>
            </a:r>
            <a:r>
              <a:rPr lang="en-US" sz="4800" dirty="0"/>
              <a:t>???</a:t>
            </a:r>
          </a:p>
          <a:p>
            <a:r>
              <a:rPr lang="en-US" sz="4800" dirty="0"/>
              <a:t>Lucky ???</a:t>
            </a:r>
          </a:p>
          <a:p>
            <a:r>
              <a:rPr lang="en-US" sz="4800" dirty="0"/>
              <a:t>Student ranking is Special ???</a:t>
            </a:r>
          </a:p>
          <a:p>
            <a:r>
              <a:rPr lang="en-US" sz="4800" dirty="0"/>
              <a:t>Big Issue: Viability (Lacking)</a:t>
            </a:r>
          </a:p>
          <a:p>
            <a:endParaRPr lang="en-US" sz="4800" dirty="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6065FEC7-4979-D888-2BF8-B6EEF7C0DAE3}"/>
              </a:ext>
            </a:extLst>
          </p:cNvPr>
          <p:cNvSpPr/>
          <p:nvPr/>
        </p:nvSpPr>
        <p:spPr>
          <a:xfrm>
            <a:off x="644620" y="3362197"/>
            <a:ext cx="623119" cy="639097"/>
          </a:xfrm>
          <a:prstGeom prst="star5">
            <a:avLst/>
          </a:prstGeom>
          <a:solidFill>
            <a:srgbClr val="E3D73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7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B704-D76C-0C59-88C6-25B03C7B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ACD84-A8F2-BDD5-39C3-53613FFC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Phase 1 - Select Pool (Popularity)</a:t>
            </a:r>
          </a:p>
          <a:p>
            <a:r>
              <a:rPr lang="en-US" sz="4400" dirty="0"/>
              <a:t>Phase 2 - Place Using Algorithms 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26896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C236-6148-A472-C8BD-65C88AB5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Strategy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56C-2574-84D1-D0D5-AD2E4BC77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7490" cy="4351338"/>
          </a:xfrm>
        </p:spPr>
        <p:txBody>
          <a:bodyPr>
            <a:normAutofit fontScale="92500"/>
          </a:bodyPr>
          <a:lstStyle/>
          <a:p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(NEW) </a:t>
            </a:r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Phase 1 - Select Companies (Criticality)</a:t>
            </a:r>
          </a:p>
          <a:p>
            <a:pPr lvl="1"/>
            <a:r>
              <a:rPr lang="en-US" sz="4000" dirty="0"/>
              <a:t>compared to every other</a:t>
            </a:r>
          </a:p>
          <a:p>
            <a:pPr lvl="1"/>
            <a:r>
              <a:rPr lang="en-US" sz="4000" dirty="0"/>
              <a:t>how dangerous is removal </a:t>
            </a:r>
          </a:p>
          <a:p>
            <a:pPr lvl="2"/>
            <a:r>
              <a:rPr lang="en-US" sz="3600" dirty="0"/>
              <a:t># of assignment become impossible</a:t>
            </a:r>
          </a:p>
          <a:p>
            <a:pPr lvl="2"/>
            <a:r>
              <a:rPr lang="en-US" sz="3600" dirty="0"/>
              <a:t>Ties -&gt; 2nd order</a:t>
            </a:r>
          </a:p>
          <a:p>
            <a:pPr lvl="1"/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Repeat till pool is filled</a:t>
            </a:r>
          </a:p>
          <a:p>
            <a:r>
              <a:rPr lang="en-US" sz="4400" dirty="0"/>
              <a:t>Phase 2 - Added Fragility (Mirror of Criticality)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7796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4BD9E-8918-8D1B-CBD8-E76A38AAD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721F-8ED6-0543-7D93-7596A638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of 1,000 Trials (Criticality)</a:t>
            </a:r>
            <a:br>
              <a:rPr lang="en-US" dirty="0"/>
            </a:br>
            <a:r>
              <a:rPr lang="en-US" sz="3100" b="0" dirty="0"/>
              <a:t>30 students / 30 proposals / </a:t>
            </a:r>
            <a:r>
              <a:rPr lang="en-US" sz="3100" b="0" u="sng" dirty="0"/>
              <a:t>X</a:t>
            </a:r>
            <a:r>
              <a:rPr lang="en-US" sz="3100" b="0" dirty="0"/>
              <a:t> companies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056953-D249-09EE-383D-E4E82BE4359C}"/>
              </a:ext>
            </a:extLst>
          </p:cNvPr>
          <p:cNvGrpSpPr/>
          <p:nvPr/>
        </p:nvGrpSpPr>
        <p:grpSpPr>
          <a:xfrm>
            <a:off x="440065" y="1771502"/>
            <a:ext cx="11392794" cy="4721368"/>
            <a:chOff x="440065" y="1771502"/>
            <a:chExt cx="11392794" cy="472136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7BB65F-7B18-272F-0900-BC6B35A2B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551" y="1771502"/>
              <a:ext cx="11304308" cy="472136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C12C564-5744-A43C-78A5-73073A57A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065" y="1771504"/>
              <a:ext cx="1525895" cy="961863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9CF9A9-5AF9-269A-4BE4-9E331DF7B235}"/>
              </a:ext>
            </a:extLst>
          </p:cNvPr>
          <p:cNvSpPr/>
          <p:nvPr/>
        </p:nvSpPr>
        <p:spPr>
          <a:xfrm>
            <a:off x="528553" y="4796589"/>
            <a:ext cx="11304308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8BC338-43D4-521F-E4E7-0B41ED2BDA4A}"/>
              </a:ext>
            </a:extLst>
          </p:cNvPr>
          <p:cNvSpPr/>
          <p:nvPr/>
        </p:nvSpPr>
        <p:spPr>
          <a:xfrm>
            <a:off x="528552" y="3539613"/>
            <a:ext cx="552999" cy="249739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D0CC44-F15F-D0DA-851E-14C094C6F704}"/>
              </a:ext>
            </a:extLst>
          </p:cNvPr>
          <p:cNvSpPr/>
          <p:nvPr/>
        </p:nvSpPr>
        <p:spPr>
          <a:xfrm>
            <a:off x="1081553" y="2753032"/>
            <a:ext cx="884407" cy="373984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61006A58-D2D7-EB7C-9A8F-AB16A414707E}"/>
              </a:ext>
            </a:extLst>
          </p:cNvPr>
          <p:cNvSpPr/>
          <p:nvPr/>
        </p:nvSpPr>
        <p:spPr>
          <a:xfrm>
            <a:off x="741287" y="6403973"/>
            <a:ext cx="1655906" cy="485775"/>
          </a:xfrm>
          <a:prstGeom prst="upArrow">
            <a:avLst>
              <a:gd name="adj1" fmla="val 60354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+.64%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8BBDB36-D96E-6A3F-2AB6-ED69E041116C}"/>
              </a:ext>
            </a:extLst>
          </p:cNvPr>
          <p:cNvSpPr/>
          <p:nvPr/>
        </p:nvSpPr>
        <p:spPr>
          <a:xfrm>
            <a:off x="527562" y="1981126"/>
            <a:ext cx="1825113" cy="71414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Fixed</a:t>
            </a:r>
          </a:p>
        </p:txBody>
      </p:sp>
    </p:spTree>
    <p:extLst>
      <p:ext uri="{BB962C8B-B14F-4D97-AF65-F5344CB8AC3E}">
        <p14:creationId xmlns:p14="http://schemas.microsoft.com/office/powerpoint/2010/main" val="380186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3C134-6911-7C3E-5DA0-1BFBB74C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EDA8B97-BAF7-806B-C970-B05F553894D0}"/>
              </a:ext>
            </a:extLst>
          </p:cNvPr>
          <p:cNvGrpSpPr/>
          <p:nvPr/>
        </p:nvGrpSpPr>
        <p:grpSpPr>
          <a:xfrm>
            <a:off x="440065" y="1771502"/>
            <a:ext cx="11392794" cy="4721368"/>
            <a:chOff x="440065" y="1771502"/>
            <a:chExt cx="11392794" cy="472136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EE858B0-1E3E-9ABF-CF71-6C256047D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551" y="1771502"/>
              <a:ext cx="11304308" cy="4721368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1CD8287-0A3F-DD79-CCA5-4D5B6F65B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065" y="1771504"/>
              <a:ext cx="1525895" cy="961863"/>
            </a:xfrm>
            <a:prstGeom prst="rect">
              <a:avLst/>
            </a:prstGeom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AD401ED-A212-AC0F-6F45-C1BBB74F19DD}"/>
              </a:ext>
            </a:extLst>
          </p:cNvPr>
          <p:cNvSpPr/>
          <p:nvPr/>
        </p:nvSpPr>
        <p:spPr>
          <a:xfrm>
            <a:off x="528553" y="4796589"/>
            <a:ext cx="11304308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FC18FE-37D7-6993-8761-07EF2D5EF7AB}"/>
              </a:ext>
            </a:extLst>
          </p:cNvPr>
          <p:cNvSpPr/>
          <p:nvPr/>
        </p:nvSpPr>
        <p:spPr>
          <a:xfrm>
            <a:off x="1982977" y="2738288"/>
            <a:ext cx="658762" cy="373984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9E50C4-6771-980D-3A34-4DE14B89CF42}"/>
              </a:ext>
            </a:extLst>
          </p:cNvPr>
          <p:cNvSpPr/>
          <p:nvPr/>
        </p:nvSpPr>
        <p:spPr>
          <a:xfrm>
            <a:off x="4528887" y="2738288"/>
            <a:ext cx="574055" cy="373984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D0B1EB-233F-F426-840E-526D14553CDC}"/>
              </a:ext>
            </a:extLst>
          </p:cNvPr>
          <p:cNvSpPr/>
          <p:nvPr/>
        </p:nvSpPr>
        <p:spPr>
          <a:xfrm>
            <a:off x="6911205" y="2738288"/>
            <a:ext cx="708373" cy="373984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1B5F706C-447B-26B2-98F3-56E3DFC4D4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6827" b="49199"/>
          <a:stretch>
            <a:fillRect/>
          </a:stretch>
        </p:blipFill>
        <p:spPr bwMode="auto">
          <a:xfrm>
            <a:off x="6047154" y="1683012"/>
            <a:ext cx="709877" cy="129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59C810BC-4E20-FD2D-86A6-2A7C6A6404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828" b="50381"/>
          <a:stretch>
            <a:fillRect/>
          </a:stretch>
        </p:blipFill>
        <p:spPr bwMode="auto">
          <a:xfrm>
            <a:off x="3448826" y="1683012"/>
            <a:ext cx="709878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CCA0D28A-E32F-AC1E-662E-A05662AD69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67" r="33731" b="50381"/>
          <a:stretch>
            <a:fillRect/>
          </a:stretch>
        </p:blipFill>
        <p:spPr bwMode="auto">
          <a:xfrm>
            <a:off x="8506022" y="1690688"/>
            <a:ext cx="708373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0D7C525-0B49-B693-C00E-E198C8A2181D}"/>
              </a:ext>
            </a:extLst>
          </p:cNvPr>
          <p:cNvSpPr/>
          <p:nvPr/>
        </p:nvSpPr>
        <p:spPr>
          <a:xfrm>
            <a:off x="9502007" y="2738288"/>
            <a:ext cx="533589" cy="373984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BE6A4157-3352-1BFD-5B15-D89ABCA59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0" b="98750" l="2671" r="97033">
                        <a14:foregroundMark x1="25029" y1="12856" x2="25533" y2="13982"/>
                        <a14:foregroundMark x1="28783" y1="55500" x2="35015" y2="74750"/>
                        <a14:foregroundMark x1="35015" y1="74750" x2="37982" y2="55500"/>
                        <a14:foregroundMark x1="37982" y1="55500" x2="33531" y2="53250"/>
                        <a14:foregroundMark x1="45994" y1="63500" x2="44214" y2="65750"/>
                        <a14:foregroundMark x1="42433" y1="61000" x2="43620" y2="68500"/>
                        <a14:foregroundMark x1="24629" y1="53000" x2="40945" y2="53000"/>
                        <a14:foregroundMark x1="20772" y1="63000" x2="23442" y2="70000"/>
                        <a14:foregroundMark x1="22255" y1="96500" x2="18991" y2="98000"/>
                        <a14:foregroundMark x1="17507" y1="98000" x2="19288" y2="97500"/>
                        <a14:foregroundMark x1="23442" y1="53750" x2="25519" y2="53000"/>
                        <a14:backgroundMark x1="44047" y1="54006" x2="84273" y2="55250"/>
                        <a14:backgroundMark x1="19585" y1="53250" x2="23666" y2="53376"/>
                        <a14:backgroundMark x1="84273" y1="55250" x2="48971" y2="62094"/>
                        <a14:backgroundMark x1="49968" y1="68045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1753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  <a14:backgroundMark x1="7122" y1="6250" x2="74481" y2="13250"/>
                        <a14:backgroundMark x1="74481" y1="13250" x2="91098" y2="32000"/>
                        <a14:backgroundMark x1="91098" y1="32000" x2="91098" y2="33000"/>
                        <a14:backgroundMark x1="8309" y1="34000" x2="24036" y2="31500"/>
                        <a14:backgroundMark x1="10386" y1="44000" x2="23739" y2="37000"/>
                        <a14:backgroundMark x1="23739" y1="38000" x2="21365" y2="27000"/>
                        <a14:backgroundMark x1="12760" y1="23500" x2="11276" y2="16000"/>
                        <a14:backgroundMark x1="14540" y1="20000" x2="15430" y2="25500"/>
                        <a14:backgroundMark x1="16320" y1="25500" x2="21068" y2="30000"/>
                        <a14:backgroundMark x1="21068" y1="38000" x2="23145" y2="41500"/>
                        <a14:backgroundMark x1="25519" y1="16750" x2="29080" y2="18500"/>
                        <a14:backgroundMark x1="26409" y1="14000" x2="27893" y2="17750"/>
                        <a14:backgroundMark x1="14837" y1="15000" x2="14540" y2="18500"/>
                        <a14:backgroundMark x1="4154" y1="9500" x2="2967" y2="10750"/>
                        <a14:backgroundMark x1="28783" y1="17750" x2="30861" y2="17250"/>
                        <a14:backgroundMark x1="28783" y1="14000" x2="30564" y2="15250"/>
                        <a14:backgroundMark x1="25519" y1="14000" x2="69733" y2="17000"/>
                        <a14:backgroundMark x1="42136" y1="5500" x2="68546" y2="4500"/>
                        <a14:backgroundMark x1="68546" y1="4500" x2="68546" y2="5000"/>
                        <a14:backgroundMark x1="46291" y1="23000" x2="46884" y2="40250"/>
                        <a14:backgroundMark x1="45104" y1="39500" x2="44807" y2="44500"/>
                        <a14:backgroundMark x1="68546" y1="15000" x2="78338" y2="26000"/>
                        <a14:backgroundMark x1="70326" y1="8000" x2="89318" y2="15000"/>
                        <a14:backgroundMark x1="69139" y1="5250" x2="70030" y2="8500"/>
                        <a14:backgroundMark x1="71217" y1="7000" x2="97626" y2="7250"/>
                        <a14:backgroundMark x1="97626" y1="7250" x2="74481" y2="6500"/>
                        <a14:backgroundMark x1="91395" y1="11000" x2="89911" y2="41250"/>
                        <a14:backgroundMark x1="89614" y1="43500" x2="92285" y2="47250"/>
                        <a14:backgroundMark x1="90504" y1="41000" x2="91395" y2="44000"/>
                        <a14:backgroundMark x1="78635" y1="25500" x2="78338" y2="44500"/>
                        <a14:backgroundMark x1="78338" y1="44500" x2="76261" y2="48500"/>
                        <a14:backgroundMark x1="79822" y1="44750" x2="73887" y2="50000"/>
                        <a14:backgroundMark x1="49555" y1="20250" x2="49555" y2="28500"/>
                        <a14:backgroundMark x1="43620" y1="53250" x2="43620" y2="53250"/>
                        <a14:backgroundMark x1="43620" y1="53250" x2="44510" y2="53250"/>
                        <a14:backgroundMark x1="42433" y1="53250" x2="43323" y2="53000"/>
                        <a14:backgroundMark x1="41840" y1="52000" x2="44214" y2="52500"/>
                        <a14:backgroundMark x1="34125" y1="98500" x2="34125" y2="98500"/>
                        <a14:backgroundMark x1="79525" y1="43750" x2="79822" y2="45250"/>
                        <a14:backgroundMark x1="17211" y1="98000" x2="17211" y2="98000"/>
                        <a14:backgroundMark x1="32938" y1="99000" x2="34421" y2="99250"/>
                        <a14:backgroundMark x1="31454" y1="85500" x2="31454" y2="85500"/>
                        <a14:backgroundMark x1="31454" y1="85000" x2="31454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49934" r="49998" b="1537"/>
          <a:stretch>
            <a:fillRect/>
          </a:stretch>
        </p:blipFill>
        <p:spPr bwMode="auto">
          <a:xfrm>
            <a:off x="10732742" y="1683012"/>
            <a:ext cx="725153" cy="123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8CFAABD4-32A2-2E46-9BFD-58BCDDE56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Results of 1,000 Trials (Criticality)</a:t>
            </a:r>
            <a:br>
              <a:rPr lang="en-US" dirty="0"/>
            </a:br>
            <a:r>
              <a:rPr lang="en-US" sz="3100" b="0" dirty="0"/>
              <a:t>30 students / 30 proposals / </a:t>
            </a:r>
            <a:r>
              <a:rPr lang="en-US" sz="3100" b="0" u="sng" dirty="0"/>
              <a:t>X</a:t>
            </a:r>
            <a:r>
              <a:rPr lang="en-US" sz="3100" b="0" dirty="0"/>
              <a:t> companies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3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7A20-F914-F2CC-223E-2F7D1233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5BAAC4E-DD52-053D-D435-580D10B6230D}"/>
              </a:ext>
            </a:extLst>
          </p:cNvPr>
          <p:cNvGrpSpPr/>
          <p:nvPr/>
        </p:nvGrpSpPr>
        <p:grpSpPr>
          <a:xfrm>
            <a:off x="440065" y="1771502"/>
            <a:ext cx="11392794" cy="4721368"/>
            <a:chOff x="440065" y="1771502"/>
            <a:chExt cx="11392794" cy="472136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1ED0D84-3A99-FF73-502B-8CB83251D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551" y="1771502"/>
              <a:ext cx="11304308" cy="4721368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1568F8F-B92F-3433-5EBA-9613B1E61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065" y="1771504"/>
              <a:ext cx="1525895" cy="961863"/>
            </a:xfrm>
            <a:prstGeom prst="rect">
              <a:avLst/>
            </a:prstGeom>
          </p:spPr>
        </p:pic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1BEDF5B-D574-4C9F-67AA-0C7C5DB06ACE}"/>
              </a:ext>
            </a:extLst>
          </p:cNvPr>
          <p:cNvSpPr/>
          <p:nvPr/>
        </p:nvSpPr>
        <p:spPr>
          <a:xfrm>
            <a:off x="528553" y="4796589"/>
            <a:ext cx="11304308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F31735-CD0B-069F-6F0D-C99C7EB38E56}"/>
              </a:ext>
            </a:extLst>
          </p:cNvPr>
          <p:cNvSpPr/>
          <p:nvPr/>
        </p:nvSpPr>
        <p:spPr>
          <a:xfrm>
            <a:off x="3664289" y="2733369"/>
            <a:ext cx="864517" cy="37398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666F33-53A4-EE8B-3E7C-A20B518F2742}"/>
              </a:ext>
            </a:extLst>
          </p:cNvPr>
          <p:cNvSpPr/>
          <p:nvPr/>
        </p:nvSpPr>
        <p:spPr>
          <a:xfrm>
            <a:off x="6039628" y="2733369"/>
            <a:ext cx="864517" cy="37398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9B3020-C5AE-20EE-CC53-EBC77BED6C8B}"/>
              </a:ext>
            </a:extLst>
          </p:cNvPr>
          <p:cNvSpPr/>
          <p:nvPr/>
        </p:nvSpPr>
        <p:spPr>
          <a:xfrm>
            <a:off x="8583766" y="2733369"/>
            <a:ext cx="864517" cy="37398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79DD9B9F-B5CD-6532-ECF9-48FBB4805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6827" b="49199"/>
          <a:stretch>
            <a:fillRect/>
          </a:stretch>
        </p:blipFill>
        <p:spPr bwMode="auto">
          <a:xfrm>
            <a:off x="3376593" y="1675679"/>
            <a:ext cx="709877" cy="129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B17075B9-4CC6-D7A5-24A5-985E26DE6F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828" b="50381"/>
          <a:stretch>
            <a:fillRect/>
          </a:stretch>
        </p:blipFill>
        <p:spPr bwMode="auto">
          <a:xfrm>
            <a:off x="10678786" y="1669895"/>
            <a:ext cx="709878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9564F610-071E-0D1D-4AB5-09A728158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0" b="97000" l="2671" r="97626">
                        <a14:foregroundMark x1="45697" y1="42750" x2="48665" y2="16750"/>
                        <a14:foregroundMark x1="40653" y1="6750" x2="57567" y2="6750"/>
                        <a14:foregroundMark x1="57567" y1="6750" x2="58160" y2="7000"/>
                        <a14:foregroundMark x1="60237" y1="7750" x2="61217" y2="10500"/>
                        <a14:foregroundMark x1="46291" y1="2500" x2="54599" y2="2750"/>
                        <a14:foregroundMark x1="77151" y1="6250" x2="71217" y2="20250"/>
                        <a14:foregroundMark x1="71217" y1="20250" x2="93472" y2="24750"/>
                        <a14:foregroundMark x1="93472" y1="8589" x2="93472" y2="8250"/>
                        <a14:foregroundMark x1="93472" y1="20500" x2="93472" y2="12487"/>
                        <a14:foregroundMark x1="93472" y1="21500" x2="93472" y2="20500"/>
                        <a14:foregroundMark x1="93472" y1="24750" x2="93472" y2="22250"/>
                        <a14:foregroundMark x1="93472" y1="8250" x2="78338" y2="4750"/>
                        <a14:foregroundMark x1="21958" y1="6000" x2="27893" y2="19250"/>
                        <a14:foregroundMark x1="27893" y1="19250" x2="27003" y2="20750"/>
                        <a14:foregroundMark x1="27300" y1="13500" x2="27300" y2="13500"/>
                        <a14:foregroundMark x1="28487" y1="12500" x2="25223" y2="5000"/>
                        <a14:foregroundMark x1="24926" y1="4750" x2="10682" y2="4000"/>
                        <a14:foregroundMark x1="12463" y1="3500" x2="2967" y2="10750"/>
                        <a14:foregroundMark x1="76261" y1="5500" x2="72481" y2="11625"/>
                        <a14:foregroundMark x1="70110" y1="17000" x2="70030" y2="17250"/>
                        <a14:foregroundMark x1="70351" y1="16250" x2="70110" y2="17000"/>
                        <a14:foregroundMark x1="71235" y1="13500" x2="70913" y2="14500"/>
                        <a14:foregroundMark x1="71396" y1="13000" x2="71235" y2="13500"/>
                        <a14:foregroundMark x1="73887" y1="5250" x2="72199" y2="10500"/>
                        <a14:foregroundMark x1="69294" y1="13500" x2="69139" y2="14500"/>
                        <a14:foregroundMark x1="69371" y1="13000" x2="69294" y2="13500"/>
                        <a14:foregroundMark x1="70030" y1="8750" x2="69759" y2="10500"/>
                        <a14:foregroundMark x1="68190" y1="13000" x2="67953" y2="13500"/>
                        <a14:foregroundMark x1="71513" y1="6000" x2="69377" y2="10500"/>
                        <a14:foregroundMark x1="70030" y1="7250" x2="69066" y2="10500"/>
                        <a14:foregroundMark x1="73744" y1="4290" x2="76558" y2="3500"/>
                        <a14:foregroundMark x1="76558" y1="3750" x2="79591" y2="3600"/>
                        <a14:foregroundMark x1="91691" y1="3000" x2="92774" y2="8705"/>
                        <a14:foregroundMark x1="94362" y1="8000" x2="94430" y2="8429"/>
                        <a14:foregroundMark x1="85163" y1="27250" x2="75964" y2="18750"/>
                        <a14:foregroundMark x1="72700" y1="21000" x2="78338" y2="26750"/>
                        <a14:foregroundMark x1="68843" y1="18500" x2="75074" y2="26000"/>
                        <a14:foregroundMark x1="69139" y1="20000" x2="70920" y2="22000"/>
                        <a14:foregroundMark x1="76558" y1="3000" x2="79968" y2="3115"/>
                        <a14:foregroundMark x1="91988" y1="5250" x2="94959" y2="8341"/>
                        <a14:foregroundMark x1="79928" y1="38412" x2="79525" y2="40500"/>
                        <a14:foregroundMark x1="80298" y1="36500" x2="80052" y2="37772"/>
                        <a14:foregroundMark x1="80491" y1="35500" x2="80298" y2="36500"/>
                        <a14:foregroundMark x1="80684" y1="34500" x2="80491" y2="35500"/>
                        <a14:foregroundMark x1="80877" y1="33500" x2="80684" y2="34500"/>
                        <a14:foregroundMark x1="81602" y1="29750" x2="80877" y2="33500"/>
                        <a14:foregroundMark x1="90033" y1="35500" x2="90548" y2="36422"/>
                        <a14:foregroundMark x1="89614" y1="34750" x2="90033" y2="35500"/>
                        <a14:foregroundMark x1="79525" y1="45500" x2="81009" y2="37500"/>
                        <a14:foregroundMark x1="75964" y1="49000" x2="77448" y2="44000"/>
                        <a14:foregroundMark x1="91988" y1="46500" x2="91691" y2="41750"/>
                        <a14:foregroundMark x1="14837" y1="20500" x2="21958" y2="35000"/>
                        <a14:foregroundMark x1="21958" y1="35000" x2="22849" y2="40250"/>
                        <a14:foregroundMark x1="14540" y1="15250" x2="13947" y2="18000"/>
                        <a14:foregroundMark x1="92582" y1="3750" x2="97626" y2="8500"/>
                        <a14:backgroundMark x1="19585" y1="53250" x2="84273" y2="55250"/>
                        <a14:backgroundMark x1="84273" y1="55250" x2="17211" y2="68250"/>
                        <a14:backgroundMark x1="17211" y1="68250" x2="34125" y2="67500"/>
                        <a14:backgroundMark x1="34125" y1="67500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0500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67" r="33731" b="50381"/>
          <a:stretch>
            <a:fillRect/>
          </a:stretch>
        </p:blipFill>
        <p:spPr bwMode="auto">
          <a:xfrm>
            <a:off x="8506022" y="1690688"/>
            <a:ext cx="708373" cy="126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EF5C6AE-1D2F-BA49-5DFE-07312914D853}"/>
              </a:ext>
            </a:extLst>
          </p:cNvPr>
          <p:cNvSpPr/>
          <p:nvPr/>
        </p:nvSpPr>
        <p:spPr>
          <a:xfrm>
            <a:off x="10897630" y="2733369"/>
            <a:ext cx="864517" cy="37398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4" descr="Rosette Premium Award Ribbons 1st 2nd 3rd 4th 5th Place Multipurpose Set |  eBay">
            <a:extLst>
              <a:ext uri="{FF2B5EF4-FFF2-40B4-BE49-F238E27FC236}">
                <a16:creationId xmlns:a16="http://schemas.microsoft.com/office/drawing/2014/main" id="{F981784E-2B6A-5E6F-2CB0-19BAF6B0E7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00" b="98750" l="2671" r="97033">
                        <a14:foregroundMark x1="25029" y1="12856" x2="25533" y2="13982"/>
                        <a14:foregroundMark x1="28783" y1="55500" x2="35015" y2="74750"/>
                        <a14:foregroundMark x1="35015" y1="74750" x2="37982" y2="55500"/>
                        <a14:foregroundMark x1="37982" y1="55500" x2="33531" y2="53250"/>
                        <a14:foregroundMark x1="45994" y1="63500" x2="44214" y2="65750"/>
                        <a14:foregroundMark x1="42433" y1="61000" x2="43620" y2="68500"/>
                        <a14:foregroundMark x1="24629" y1="53000" x2="40945" y2="53000"/>
                        <a14:foregroundMark x1="20772" y1="63000" x2="23442" y2="70000"/>
                        <a14:foregroundMark x1="22255" y1="96500" x2="18991" y2="98000"/>
                        <a14:foregroundMark x1="17507" y1="98000" x2="19288" y2="97500"/>
                        <a14:foregroundMark x1="23442" y1="53750" x2="25519" y2="53000"/>
                        <a14:backgroundMark x1="44047" y1="54006" x2="84273" y2="55250"/>
                        <a14:backgroundMark x1="19585" y1="53250" x2="23666" y2="53376"/>
                        <a14:backgroundMark x1="84273" y1="55250" x2="48971" y2="62094"/>
                        <a14:backgroundMark x1="49968" y1="68045" x2="63205" y2="68500"/>
                        <a14:backgroundMark x1="63205" y1="68500" x2="49555" y2="73750"/>
                        <a14:backgroundMark x1="49555" y1="73750" x2="43917" y2="73750"/>
                        <a14:backgroundMark x1="61721" y1="89250" x2="61128" y2="96500"/>
                        <a14:backgroundMark x1="62315" y1="88250" x2="61128" y2="98000"/>
                        <a14:backgroundMark x1="96142" y1="27500" x2="97923" y2="32500"/>
                        <a14:backgroundMark x1="99110" y1="21500" x2="99110" y2="22250"/>
                        <a14:backgroundMark x1="99110" y1="20500" x2="99110" y2="20500"/>
                        <a14:backgroundMark x1="66172" y1="17000" x2="66172" y2="17000"/>
                        <a14:backgroundMark x1="66172" y1="16000" x2="66172" y2="16000"/>
                        <a14:backgroundMark x1="66172" y1="13500" x2="66172" y2="13500"/>
                        <a14:backgroundMark x1="66172" y1="14500" x2="66172" y2="16250"/>
                        <a14:backgroundMark x1="66172" y1="11753" x2="66172" y2="13000"/>
                        <a14:backgroundMark x1="73294" y1="1500" x2="75964" y2="750"/>
                        <a14:backgroundMark x1="77448" y1="500" x2="78042" y2="750"/>
                        <a14:backgroundMark x1="78932" y1="500" x2="78932" y2="500"/>
                        <a14:backgroundMark x1="81899" y1="250" x2="79822" y2="250"/>
                        <a14:backgroundMark x1="82196" y1="250" x2="95549" y2="750"/>
                        <a14:backgroundMark x1="98558" y1="7927" x2="99407" y2="11500"/>
                        <a14:backgroundMark x1="99703" y1="12500" x2="99110" y2="20000"/>
                        <a14:backgroundMark x1="86053" y1="37000" x2="86647" y2="40250"/>
                        <a14:backgroundMark x1="86350" y1="36500" x2="86350" y2="36500"/>
                        <a14:backgroundMark x1="86053" y1="35500" x2="86053" y2="35500"/>
                        <a14:backgroundMark x1="93175" y1="27000" x2="93175" y2="27000"/>
                        <a14:backgroundMark x1="85460" y1="34500" x2="85460" y2="34500"/>
                        <a14:backgroundMark x1="85757" y1="33500" x2="85757" y2="33500"/>
                        <a14:backgroundMark x1="76558" y1="28000" x2="76558" y2="28000"/>
                        <a14:backgroundMark x1="7122" y1="6250" x2="74481" y2="13250"/>
                        <a14:backgroundMark x1="74481" y1="13250" x2="91098" y2="32000"/>
                        <a14:backgroundMark x1="91098" y1="32000" x2="91098" y2="33000"/>
                        <a14:backgroundMark x1="8309" y1="34000" x2="24036" y2="31500"/>
                        <a14:backgroundMark x1="10386" y1="44000" x2="23739" y2="37000"/>
                        <a14:backgroundMark x1="23739" y1="38000" x2="21365" y2="27000"/>
                        <a14:backgroundMark x1="12760" y1="23500" x2="11276" y2="16000"/>
                        <a14:backgroundMark x1="14540" y1="20000" x2="15430" y2="25500"/>
                        <a14:backgroundMark x1="16320" y1="25500" x2="21068" y2="30000"/>
                        <a14:backgroundMark x1="21068" y1="38000" x2="23145" y2="41500"/>
                        <a14:backgroundMark x1="25519" y1="16750" x2="29080" y2="18500"/>
                        <a14:backgroundMark x1="26409" y1="14000" x2="27893" y2="17750"/>
                        <a14:backgroundMark x1="14837" y1="15000" x2="14540" y2="18500"/>
                        <a14:backgroundMark x1="4154" y1="9500" x2="2967" y2="10750"/>
                        <a14:backgroundMark x1="28783" y1="17750" x2="30861" y2="17250"/>
                        <a14:backgroundMark x1="28783" y1="14000" x2="30564" y2="15250"/>
                        <a14:backgroundMark x1="25519" y1="14000" x2="69733" y2="17000"/>
                        <a14:backgroundMark x1="42136" y1="5500" x2="68546" y2="4500"/>
                        <a14:backgroundMark x1="68546" y1="4500" x2="68546" y2="5000"/>
                        <a14:backgroundMark x1="46291" y1="23000" x2="46884" y2="40250"/>
                        <a14:backgroundMark x1="45104" y1="39500" x2="44807" y2="44500"/>
                        <a14:backgroundMark x1="68546" y1="15000" x2="78338" y2="26000"/>
                        <a14:backgroundMark x1="70326" y1="8000" x2="89318" y2="15000"/>
                        <a14:backgroundMark x1="69139" y1="5250" x2="70030" y2="8500"/>
                        <a14:backgroundMark x1="71217" y1="7000" x2="97626" y2="7250"/>
                        <a14:backgroundMark x1="97626" y1="7250" x2="74481" y2="6500"/>
                        <a14:backgroundMark x1="91395" y1="11000" x2="89911" y2="41250"/>
                        <a14:backgroundMark x1="89614" y1="43500" x2="92285" y2="47250"/>
                        <a14:backgroundMark x1="90504" y1="41000" x2="91395" y2="44000"/>
                        <a14:backgroundMark x1="78635" y1="25500" x2="78338" y2="44500"/>
                        <a14:backgroundMark x1="78338" y1="44500" x2="76261" y2="48500"/>
                        <a14:backgroundMark x1="79822" y1="44750" x2="73887" y2="50000"/>
                        <a14:backgroundMark x1="49555" y1="20250" x2="49555" y2="28500"/>
                        <a14:backgroundMark x1="43620" y1="53250" x2="43620" y2="53250"/>
                        <a14:backgroundMark x1="43620" y1="53250" x2="44510" y2="53250"/>
                        <a14:backgroundMark x1="42433" y1="53250" x2="43323" y2="53000"/>
                        <a14:backgroundMark x1="41840" y1="52000" x2="44214" y2="52500"/>
                        <a14:backgroundMark x1="34125" y1="98500" x2="34125" y2="98500"/>
                        <a14:backgroundMark x1="79525" y1="43750" x2="79822" y2="45250"/>
                        <a14:backgroundMark x1="17211" y1="98000" x2="17211" y2="98000"/>
                        <a14:backgroundMark x1="32938" y1="99000" x2="34421" y2="99250"/>
                        <a14:backgroundMark x1="31454" y1="85500" x2="31454" y2="85500"/>
                        <a14:backgroundMark x1="31454" y1="85000" x2="31454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49934" r="49998" b="1537"/>
          <a:stretch>
            <a:fillRect/>
          </a:stretch>
        </p:blipFill>
        <p:spPr bwMode="auto">
          <a:xfrm>
            <a:off x="5996754" y="1683012"/>
            <a:ext cx="725153" cy="123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rrow: Up 19">
            <a:extLst>
              <a:ext uri="{FF2B5EF4-FFF2-40B4-BE49-F238E27FC236}">
                <a16:creationId xmlns:a16="http://schemas.microsoft.com/office/drawing/2014/main" id="{86C8AC74-392A-9696-51B8-FB6F1EB957F1}"/>
              </a:ext>
            </a:extLst>
          </p:cNvPr>
          <p:cNvSpPr/>
          <p:nvPr/>
        </p:nvSpPr>
        <p:spPr>
          <a:xfrm>
            <a:off x="3410940" y="6381750"/>
            <a:ext cx="1371214" cy="4857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+.7%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8646759-0B94-1BF2-5F27-6B02F6554FEC}"/>
              </a:ext>
            </a:extLst>
          </p:cNvPr>
          <p:cNvSpPr/>
          <p:nvPr/>
        </p:nvSpPr>
        <p:spPr>
          <a:xfrm>
            <a:off x="8231841" y="6372225"/>
            <a:ext cx="1452196" cy="4953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-.3%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9F648B7-F9A5-02C8-07AB-1021EBD0DCFE}"/>
              </a:ext>
            </a:extLst>
          </p:cNvPr>
          <p:cNvSpPr/>
          <p:nvPr/>
        </p:nvSpPr>
        <p:spPr>
          <a:xfrm>
            <a:off x="5780899" y="6362700"/>
            <a:ext cx="1452196" cy="4953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-.3%</a:t>
            </a:r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4B594F22-FE64-B77C-994E-40AEEF2C6073}"/>
              </a:ext>
            </a:extLst>
          </p:cNvPr>
          <p:cNvSpPr/>
          <p:nvPr/>
        </p:nvSpPr>
        <p:spPr>
          <a:xfrm>
            <a:off x="741287" y="6403973"/>
            <a:ext cx="1655906" cy="485775"/>
          </a:xfrm>
          <a:prstGeom prst="upArrow">
            <a:avLst>
              <a:gd name="adj1" fmla="val 60354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+.64%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C208E9-D64A-DAC8-D3BE-228F8A2B41DD}"/>
              </a:ext>
            </a:extLst>
          </p:cNvPr>
          <p:cNvSpPr/>
          <p:nvPr/>
        </p:nvSpPr>
        <p:spPr>
          <a:xfrm>
            <a:off x="1058504" y="2714932"/>
            <a:ext cx="920928" cy="3739841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7AE842BD-2F4F-94B4-6826-BE86187E0238}"/>
              </a:ext>
            </a:extLst>
          </p:cNvPr>
          <p:cNvSpPr/>
          <p:nvPr/>
        </p:nvSpPr>
        <p:spPr>
          <a:xfrm>
            <a:off x="527562" y="1981126"/>
            <a:ext cx="1825113" cy="71414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Fixed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1599C166-3581-C74D-0F72-A42417FCF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Results of 1,000 Trials (Criticality)</a:t>
            </a:r>
            <a:br>
              <a:rPr lang="en-US" dirty="0"/>
            </a:br>
            <a:r>
              <a:rPr lang="en-US" sz="3100" b="0" dirty="0"/>
              <a:t>30 students / 30 proposals / </a:t>
            </a:r>
            <a:r>
              <a:rPr lang="en-US" sz="3100" b="0" u="sng" dirty="0"/>
              <a:t>X</a:t>
            </a:r>
            <a:r>
              <a:rPr lang="en-US" sz="3100" b="0" dirty="0"/>
              <a:t> companies</a:t>
            </a:r>
            <a:endParaRPr lang="en-US" dirty="0"/>
          </a:p>
        </p:txBody>
      </p:sp>
      <p:sp>
        <p:nvSpPr>
          <p:cNvPr id="32" name="Arrow: Curved Down 31">
            <a:extLst>
              <a:ext uri="{FF2B5EF4-FFF2-40B4-BE49-F238E27FC236}">
                <a16:creationId xmlns:a16="http://schemas.microsoft.com/office/drawing/2014/main" id="{5A98F5E0-B1EA-163C-DE41-E9084F0DF2DB}"/>
              </a:ext>
            </a:extLst>
          </p:cNvPr>
          <p:cNvSpPr/>
          <p:nvPr/>
        </p:nvSpPr>
        <p:spPr>
          <a:xfrm>
            <a:off x="1474839" y="5473314"/>
            <a:ext cx="2713704" cy="570271"/>
          </a:xfrm>
          <a:prstGeom prst="curved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05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7B92-80CB-81A7-C785-E3275975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Still Not Close to Swappable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C7136-CED9-32FA-DF98-6BE3C6927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225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b="1" dirty="0"/>
              <a:t>Viability</a:t>
            </a:r>
            <a:r>
              <a:rPr lang="en-US" sz="4000" dirty="0"/>
              <a:t> -&gt; Swappable</a:t>
            </a:r>
          </a:p>
          <a:p>
            <a:r>
              <a:rPr lang="en-US" sz="4000" b="1" dirty="0"/>
              <a:t>Swapping</a:t>
            </a:r>
            <a:r>
              <a:rPr lang="en-US" sz="4000" dirty="0"/>
              <a:t> -&gt; </a:t>
            </a:r>
            <a:r>
              <a:rPr lang="en-US" sz="4000" b="1" dirty="0"/>
              <a:t>30 students </a:t>
            </a:r>
            <a:r>
              <a:rPr lang="en-US" sz="4000" dirty="0"/>
              <a:t>into</a:t>
            </a:r>
            <a:r>
              <a:rPr lang="en-US" sz="4000" b="1" dirty="0"/>
              <a:t> 10 companies </a:t>
            </a:r>
            <a:endParaRPr lang="en-US" sz="4000" dirty="0"/>
          </a:p>
          <a:p>
            <a:pPr lvl="1"/>
            <a:r>
              <a:rPr lang="en-US" sz="3600" b="1" dirty="0"/>
              <a:t>From the start </a:t>
            </a:r>
            <a:r>
              <a:rPr lang="en-US" sz="3600" dirty="0"/>
              <a:t>≈ 5.6 × 10¹⁸ possible assignments</a:t>
            </a:r>
          </a:p>
          <a:p>
            <a:pPr lvl="1"/>
            <a:r>
              <a:rPr lang="en-US" sz="3600" dirty="0"/>
              <a:t>If close then </a:t>
            </a:r>
            <a:r>
              <a:rPr lang="en-US" sz="3600" b="1" dirty="0"/>
              <a:t>Swap Chains:</a:t>
            </a:r>
            <a:endParaRPr lang="en-US" sz="3600" dirty="0"/>
          </a:p>
          <a:p>
            <a:pPr lvl="2"/>
            <a:r>
              <a:rPr lang="en-US" sz="3200" b="1" dirty="0"/>
              <a:t>Most repairs require chains of length ≤ 3</a:t>
            </a:r>
            <a:endParaRPr lang="en-US" sz="3200" dirty="0"/>
          </a:p>
          <a:p>
            <a:pPr lvl="2"/>
            <a:r>
              <a:rPr lang="en-US" sz="3200" b="1" dirty="0"/>
              <a:t>(choices per step)³ ≈ 15³ = 3375</a:t>
            </a:r>
            <a:endParaRPr lang="en-US" sz="3200" dirty="0"/>
          </a:p>
          <a:p>
            <a:r>
              <a:rPr lang="en-US" sz="4000" b="1" dirty="0"/>
              <a:t>Goal </a:t>
            </a:r>
            <a:r>
              <a:rPr lang="en-US" sz="4000" b="1" u="sng" dirty="0"/>
              <a:t>&lt;</a:t>
            </a:r>
            <a:r>
              <a:rPr lang="en-US" sz="4000" b="1" dirty="0"/>
              <a:t> 3 swapping chains needed </a:t>
            </a:r>
            <a:r>
              <a:rPr lang="en-US" sz="4000" b="1" dirty="0">
                <a:sym typeface="Wingdings" panose="05000000000000000000" pitchFamily="2" charset="2"/>
              </a:rPr>
              <a:t></a:t>
            </a: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6B4710-8B3D-01D1-5F9F-091068942329}"/>
              </a:ext>
            </a:extLst>
          </p:cNvPr>
          <p:cNvGrpSpPr>
            <a:grpSpLocks noChangeAspect="1"/>
          </p:cNvGrpSpPr>
          <p:nvPr/>
        </p:nvGrpSpPr>
        <p:grpSpPr>
          <a:xfrm>
            <a:off x="9916713" y="3661338"/>
            <a:ext cx="2147007" cy="3122919"/>
            <a:chOff x="7123164" y="0"/>
            <a:chExt cx="4714875" cy="6858000"/>
          </a:xfrm>
        </p:grpSpPr>
        <p:pic>
          <p:nvPicPr>
            <p:cNvPr id="5" name="Picture 2" descr="Harry Potter Nendoroid — Harry Potter Database">
              <a:extLst>
                <a:ext uri="{FF2B5EF4-FFF2-40B4-BE49-F238E27FC236}">
                  <a16:creationId xmlns:a16="http://schemas.microsoft.com/office/drawing/2014/main" id="{0E9D7BF3-6C60-E7C3-C94B-7939C862F5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625" b="96250" l="10000" r="90000">
                          <a14:foregroundMark x1="48727" y1="7750" x2="60364" y2="4625"/>
                          <a14:foregroundMark x1="60364" y1="4625" x2="66545" y2="6125"/>
                          <a14:foregroundMark x1="37818" y1="91000" x2="44364" y2="91000"/>
                          <a14:foregroundMark x1="43455" y1="95875" x2="42727" y2="93000"/>
                          <a14:foregroundMark x1="58364" y1="96250" x2="57636" y2="9112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3164" y="0"/>
              <a:ext cx="4714875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A938E0-9362-8CAB-D0E5-3A0F5B617F37}"/>
                </a:ext>
              </a:extLst>
            </p:cNvPr>
            <p:cNvSpPr/>
            <p:nvPr/>
          </p:nvSpPr>
          <p:spPr>
            <a:xfrm>
              <a:off x="8715218" y="1482664"/>
              <a:ext cx="168347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 fontScale="40000" lnSpcReduction="20000"/>
            </a:bodyPr>
            <a:lstStyle/>
            <a:p>
              <a:pPr algn="ctr"/>
              <a:r>
                <a:rPr lang="en-US" sz="5400" b="1" dirty="0">
                  <a:ln w="3175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chemeClr val="accent1">
                        <a:alpha val="30000"/>
                      </a:schemeClr>
                    </a:outerShdw>
                  </a:effectLst>
                </a:rPr>
                <a:t>Anti-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014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0EC5-1C93-10A9-4898-14B87FFD2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Radical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93E70-B229-62A3-C21C-0E33D4556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606"/>
            <a:ext cx="10515600" cy="5479394"/>
          </a:xfrm>
        </p:spPr>
        <p:txBody>
          <a:bodyPr>
            <a:normAutofit lnSpcReduction="10000"/>
          </a:bodyPr>
          <a:lstStyle/>
          <a:p>
            <a:r>
              <a:rPr lang="en-US" sz="3600" b="1" dirty="0"/>
              <a:t>Fill First</a:t>
            </a:r>
            <a:r>
              <a:rPr lang="en-US" sz="3600" dirty="0"/>
              <a:t> </a:t>
            </a: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(Viability)</a:t>
            </a:r>
          </a:p>
          <a:p>
            <a:pPr lvl="1"/>
            <a:r>
              <a:rPr lang="en-US" sz="3200" dirty="0"/>
              <a:t>Stable across trials</a:t>
            </a:r>
          </a:p>
          <a:p>
            <a:pPr lvl="1"/>
            <a:r>
              <a:rPr lang="en-US" sz="3200" dirty="0"/>
              <a:t>Works when </a:t>
            </a:r>
            <a:r>
              <a:rPr lang="en-US" sz="3200" b="1" u="sng" dirty="0"/>
              <a:t>low</a:t>
            </a:r>
            <a:r>
              <a:rPr lang="en-US" sz="3200" dirty="0"/>
              <a:t> entropy</a:t>
            </a:r>
          </a:p>
          <a:p>
            <a:r>
              <a:rPr lang="en-US" sz="3600" dirty="0"/>
              <a:t>Goal </a:t>
            </a:r>
            <a:r>
              <a:rPr lang="en-US" sz="3600" b="1" dirty="0"/>
              <a:t>Stabilize the data</a:t>
            </a:r>
            <a:endParaRPr lang="en-US" sz="3600" dirty="0"/>
          </a:p>
          <a:p>
            <a:pPr lvl="1"/>
            <a:r>
              <a:rPr lang="en-US" sz="3200" dirty="0"/>
              <a:t>Pre Assignment Process</a:t>
            </a:r>
          </a:p>
          <a:p>
            <a:pPr lvl="1"/>
            <a:r>
              <a:rPr lang="en-US" sz="3200" dirty="0"/>
              <a:t>Dual Outlier Matching (DOM)</a:t>
            </a:r>
          </a:p>
          <a:p>
            <a:pPr lvl="2"/>
            <a:r>
              <a:rPr lang="en-US" sz="2800" dirty="0"/>
              <a:t>Outlier Companies (few picked) </a:t>
            </a:r>
          </a:p>
          <a:p>
            <a:pPr lvl="2"/>
            <a:r>
              <a:rPr lang="en-US" sz="2800" dirty="0"/>
              <a:t>With Outlier Students (few options)</a:t>
            </a:r>
          </a:p>
          <a:p>
            <a:pPr lvl="1"/>
            <a:r>
              <a:rPr lang="en-US" sz="3200" dirty="0"/>
              <a:t>Fills the DOM Companies Completely</a:t>
            </a:r>
          </a:p>
          <a:p>
            <a:pPr lvl="1"/>
            <a:r>
              <a:rPr lang="en-US" sz="3200" dirty="0"/>
              <a:t>Then send remainder to normal Phase 1-2</a:t>
            </a:r>
          </a:p>
          <a:p>
            <a:r>
              <a:rPr lang="en-US" sz="3600" b="1" dirty="0"/>
              <a:t>Swap if necessary </a:t>
            </a:r>
            <a:endParaRPr lang="en-US" sz="3600" dirty="0"/>
          </a:p>
          <a:p>
            <a:endParaRPr lang="en-US" sz="3600" dirty="0"/>
          </a:p>
        </p:txBody>
      </p:sp>
      <p:pic>
        <p:nvPicPr>
          <p:cNvPr id="4" name="Picture 3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B7077738-CF4D-6C62-96F6-CCEDA2C476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234" y="562293"/>
            <a:ext cx="5305686" cy="31715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DCFC731-FEA4-FBD4-42F9-9A0AB19BCF15}"/>
              </a:ext>
            </a:extLst>
          </p:cNvPr>
          <p:cNvSpPr/>
          <p:nvPr/>
        </p:nvSpPr>
        <p:spPr>
          <a:xfrm>
            <a:off x="6715432" y="1378606"/>
            <a:ext cx="521748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Clumping Preferred</a:t>
            </a:r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C57C3A8F-56F8-2D37-B020-0A98A834F6A3}"/>
              </a:ext>
            </a:extLst>
          </p:cNvPr>
          <p:cNvSpPr/>
          <p:nvPr/>
        </p:nvSpPr>
        <p:spPr>
          <a:xfrm rot="2713907">
            <a:off x="9191438" y="2794451"/>
            <a:ext cx="344129" cy="339818"/>
          </a:xfrm>
          <a:prstGeom prst="plus">
            <a:avLst>
              <a:gd name="adj" fmla="val 4154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2BB09348-6167-886A-13AA-66CFDFA9CFA0}"/>
              </a:ext>
            </a:extLst>
          </p:cNvPr>
          <p:cNvSpPr/>
          <p:nvPr/>
        </p:nvSpPr>
        <p:spPr>
          <a:xfrm rot="2713907">
            <a:off x="10140237" y="2789539"/>
            <a:ext cx="344129" cy="339818"/>
          </a:xfrm>
          <a:prstGeom prst="plus">
            <a:avLst>
              <a:gd name="adj" fmla="val 4154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9B5E1EA1-B71A-ACDB-FD77-FA49441D4FD9}"/>
              </a:ext>
            </a:extLst>
          </p:cNvPr>
          <p:cNvSpPr/>
          <p:nvPr/>
        </p:nvSpPr>
        <p:spPr>
          <a:xfrm rot="2713907">
            <a:off x="10636757" y="2607644"/>
            <a:ext cx="344129" cy="339818"/>
          </a:xfrm>
          <a:prstGeom prst="plus">
            <a:avLst>
              <a:gd name="adj" fmla="val 4154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A83895B-1EC4-4988-33D0-C5C10DD06FED}"/>
              </a:ext>
            </a:extLst>
          </p:cNvPr>
          <p:cNvSpPr/>
          <p:nvPr/>
        </p:nvSpPr>
        <p:spPr>
          <a:xfrm>
            <a:off x="6990734" y="3080258"/>
            <a:ext cx="196645" cy="483632"/>
          </a:xfrm>
          <a:prstGeom prst="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18018F33-5187-3EFF-B7F0-9124552BA458}"/>
              </a:ext>
            </a:extLst>
          </p:cNvPr>
          <p:cNvSpPr/>
          <p:nvPr/>
        </p:nvSpPr>
        <p:spPr>
          <a:xfrm>
            <a:off x="8440988" y="3080258"/>
            <a:ext cx="196645" cy="483632"/>
          </a:xfrm>
          <a:prstGeom prst="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7581343A-9237-DE5E-E561-4BF3B40ABB3C}"/>
              </a:ext>
            </a:extLst>
          </p:cNvPr>
          <p:cNvSpPr/>
          <p:nvPr/>
        </p:nvSpPr>
        <p:spPr>
          <a:xfrm>
            <a:off x="9556946" y="3080258"/>
            <a:ext cx="196645" cy="483632"/>
          </a:xfrm>
          <a:prstGeom prst="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E8F294E7-6DC6-0CE5-6C54-6AD885406DFD}"/>
              </a:ext>
            </a:extLst>
          </p:cNvPr>
          <p:cNvSpPr/>
          <p:nvPr/>
        </p:nvSpPr>
        <p:spPr>
          <a:xfrm>
            <a:off x="9729008" y="3080258"/>
            <a:ext cx="196645" cy="483632"/>
          </a:xfrm>
          <a:prstGeom prst="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2B581470-CC47-1E79-0B10-A4B5F8207650}"/>
              </a:ext>
            </a:extLst>
          </p:cNvPr>
          <p:cNvSpPr/>
          <p:nvPr/>
        </p:nvSpPr>
        <p:spPr>
          <a:xfrm>
            <a:off x="10382849" y="3080258"/>
            <a:ext cx="196645" cy="483632"/>
          </a:xfrm>
          <a:prstGeom prst="up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8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CAED-13DB-2A39-98E0-36FF8707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Exciting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A5501E-BF29-C02A-A83E-C182EA49E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12" y="1417465"/>
            <a:ext cx="10606533" cy="48653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A942B2-23E8-9F70-C4F5-B149B9398456}"/>
              </a:ext>
            </a:extLst>
          </p:cNvPr>
          <p:cNvSpPr/>
          <p:nvPr/>
        </p:nvSpPr>
        <p:spPr>
          <a:xfrm>
            <a:off x="952612" y="2341975"/>
            <a:ext cx="10606533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6E2FF7-1B81-E78F-C027-E71051454B12}"/>
              </a:ext>
            </a:extLst>
          </p:cNvPr>
          <p:cNvSpPr/>
          <p:nvPr/>
        </p:nvSpPr>
        <p:spPr>
          <a:xfrm>
            <a:off x="8904875" y="1887794"/>
            <a:ext cx="1625473" cy="439501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2D015-23B3-8610-270D-5C3BCB72D94C}"/>
              </a:ext>
            </a:extLst>
          </p:cNvPr>
          <p:cNvSpPr/>
          <p:nvPr/>
        </p:nvSpPr>
        <p:spPr>
          <a:xfrm>
            <a:off x="8940801" y="3492500"/>
            <a:ext cx="1543050" cy="2736850"/>
          </a:xfrm>
          <a:prstGeom prst="rect">
            <a:avLst/>
          </a:prstGeom>
          <a:solidFill>
            <a:schemeClr val="accent6">
              <a:lumMod val="20000"/>
              <a:lumOff val="80000"/>
              <a:alpha val="59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548640" tIns="0" bIns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US" sz="1600" b="1" kern="1200" dirty="0">
                <a:solidFill>
                  <a:schemeClr val="accent6">
                    <a:lumMod val="75000"/>
                  </a:schemeClr>
                </a:solidFill>
              </a:rPr>
              <a:t>WAPPABLE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A5AB6-C68C-EED4-2421-80AC00AF4545}"/>
              </a:ext>
            </a:extLst>
          </p:cNvPr>
          <p:cNvSpPr/>
          <p:nvPr/>
        </p:nvSpPr>
        <p:spPr>
          <a:xfrm>
            <a:off x="2782529" y="2743028"/>
            <a:ext cx="943898" cy="3486322"/>
          </a:xfrm>
          <a:prstGeom prst="rect">
            <a:avLst/>
          </a:prstGeom>
          <a:noFill/>
          <a:ln w="762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41DAB-A3A4-2E66-2002-7842CE1046A2}"/>
              </a:ext>
            </a:extLst>
          </p:cNvPr>
          <p:cNvSpPr/>
          <p:nvPr/>
        </p:nvSpPr>
        <p:spPr>
          <a:xfrm>
            <a:off x="952612" y="2341975"/>
            <a:ext cx="755537" cy="394083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7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8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C1A7C-BB0B-06E5-67BC-DE325E2DE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8ECC-0533-6C17-C401-96A04F9C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Exciting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6FD19-2BC4-B6E9-BB6D-95223DEAA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12" y="1417465"/>
            <a:ext cx="10606533" cy="48653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CE4660-DA7C-9139-08C7-C16871581E03}"/>
              </a:ext>
            </a:extLst>
          </p:cNvPr>
          <p:cNvSpPr/>
          <p:nvPr/>
        </p:nvSpPr>
        <p:spPr>
          <a:xfrm>
            <a:off x="952612" y="2341975"/>
            <a:ext cx="10606533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6D51505-3FD2-6BC2-D633-324A948572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2825081"/>
              </p:ext>
            </p:extLst>
          </p:nvPr>
        </p:nvGraphicFramePr>
        <p:xfrm>
          <a:off x="4656141" y="1417465"/>
          <a:ext cx="6903004" cy="4865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1B1204F-EB50-C1B7-7EF1-9A1B3D511DA4}"/>
              </a:ext>
            </a:extLst>
          </p:cNvPr>
          <p:cNvSpPr/>
          <p:nvPr/>
        </p:nvSpPr>
        <p:spPr>
          <a:xfrm>
            <a:off x="3785419" y="2320414"/>
            <a:ext cx="870721" cy="3962399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7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879E6-9E75-FD7A-1518-456EF0715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4030-D03D-CCA2-F094-F5D3D2BE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Exciting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AC6BD2-A2F1-ECB8-A863-130401704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12" y="1417465"/>
            <a:ext cx="10606533" cy="48653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21DDF7-B26F-30C9-D3C2-22E7DCE1BA28}"/>
              </a:ext>
            </a:extLst>
          </p:cNvPr>
          <p:cNvSpPr/>
          <p:nvPr/>
        </p:nvSpPr>
        <p:spPr>
          <a:xfrm>
            <a:off x="10540802" y="2340078"/>
            <a:ext cx="1002275" cy="3942736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B0C306-81A8-17A3-A092-EDEB8A8753F1}"/>
              </a:ext>
            </a:extLst>
          </p:cNvPr>
          <p:cNvSpPr/>
          <p:nvPr/>
        </p:nvSpPr>
        <p:spPr>
          <a:xfrm>
            <a:off x="952612" y="2341975"/>
            <a:ext cx="10606533" cy="401053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97D66-E956-FD93-C421-E629579998E0}"/>
              </a:ext>
            </a:extLst>
          </p:cNvPr>
          <p:cNvSpPr/>
          <p:nvPr/>
        </p:nvSpPr>
        <p:spPr>
          <a:xfrm>
            <a:off x="1683346" y="2340077"/>
            <a:ext cx="1081548" cy="3942736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134569F-588E-0C25-BA4A-207A18D6A9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768464"/>
              </p:ext>
            </p:extLst>
          </p:nvPr>
        </p:nvGraphicFramePr>
        <p:xfrm>
          <a:off x="3755923" y="2340077"/>
          <a:ext cx="6752731" cy="394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5360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755-E7F5-E7C5-A7EC-2A393FE0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54"/>
            <a:ext cx="10515600" cy="1325563"/>
          </a:xfrm>
        </p:spPr>
        <p:txBody>
          <a:bodyPr/>
          <a:lstStyle/>
          <a:p>
            <a:r>
              <a:rPr lang="en-US" dirty="0"/>
              <a:t>Exciting Results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685D2B3-ACC8-9D54-C895-16FF2DB57A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363976"/>
              </p:ext>
            </p:extLst>
          </p:nvPr>
        </p:nvGraphicFramePr>
        <p:xfrm>
          <a:off x="838200" y="1145556"/>
          <a:ext cx="4701540" cy="2718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16C390D-5474-E1C3-12BB-8C713CF340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3122025"/>
              </p:ext>
            </p:extLst>
          </p:nvPr>
        </p:nvGraphicFramePr>
        <p:xfrm>
          <a:off x="838201" y="3937917"/>
          <a:ext cx="4701540" cy="2718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AADC147-6705-73CA-6BDE-9CE86D77A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7527653"/>
              </p:ext>
            </p:extLst>
          </p:nvPr>
        </p:nvGraphicFramePr>
        <p:xfrm>
          <a:off x="5717365" y="1145556"/>
          <a:ext cx="6376312" cy="5510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AADC147-6705-73CA-6BDE-9CE86D77A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7111097"/>
              </p:ext>
            </p:extLst>
          </p:nvPr>
        </p:nvGraphicFramePr>
        <p:xfrm>
          <a:off x="5717364" y="1145556"/>
          <a:ext cx="6376312" cy="5510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Heart 13">
            <a:extLst>
              <a:ext uri="{FF2B5EF4-FFF2-40B4-BE49-F238E27FC236}">
                <a16:creationId xmlns:a16="http://schemas.microsoft.com/office/drawing/2014/main" id="{596187FA-0ED2-D5B5-49AF-A39C178311D4}"/>
              </a:ext>
            </a:extLst>
          </p:cNvPr>
          <p:cNvSpPr/>
          <p:nvPr/>
        </p:nvSpPr>
        <p:spPr>
          <a:xfrm>
            <a:off x="2723534" y="2635045"/>
            <a:ext cx="196647" cy="157316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eart 14">
            <a:extLst>
              <a:ext uri="{FF2B5EF4-FFF2-40B4-BE49-F238E27FC236}">
                <a16:creationId xmlns:a16="http://schemas.microsoft.com/office/drawing/2014/main" id="{CA0E7D20-8B34-3845-A5DD-7FB73664458D}"/>
              </a:ext>
            </a:extLst>
          </p:cNvPr>
          <p:cNvSpPr/>
          <p:nvPr/>
        </p:nvSpPr>
        <p:spPr>
          <a:xfrm>
            <a:off x="2723534" y="6152456"/>
            <a:ext cx="196647" cy="157316"/>
          </a:xfrm>
          <a:prstGeom prst="hear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C38FE6-109E-BB92-686D-987814427E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4317" y="2471119"/>
            <a:ext cx="958964" cy="172099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D770AF-5649-F556-D999-7B3E0AF58C2F}"/>
              </a:ext>
            </a:extLst>
          </p:cNvPr>
          <p:cNvSpPr/>
          <p:nvPr/>
        </p:nvSpPr>
        <p:spPr>
          <a:xfrm>
            <a:off x="4226773" y="2967335"/>
            <a:ext cx="373845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Sweet Spot</a:t>
            </a:r>
            <a:b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DOM = 1/3</a:t>
            </a:r>
          </a:p>
        </p:txBody>
      </p:sp>
    </p:spTree>
    <p:extLst>
      <p:ext uri="{BB962C8B-B14F-4D97-AF65-F5344CB8AC3E}">
        <p14:creationId xmlns:p14="http://schemas.microsoft.com/office/powerpoint/2010/main" val="378028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104CB7F-FE46-2BB0-1F7D-A8AA39BBB5EC}"/>
              </a:ext>
            </a:extLst>
          </p:cNvPr>
          <p:cNvGrpSpPr>
            <a:grpSpLocks noChangeAspect="1"/>
          </p:cNvGrpSpPr>
          <p:nvPr/>
        </p:nvGrpSpPr>
        <p:grpSpPr>
          <a:xfrm>
            <a:off x="8994937" y="680367"/>
            <a:ext cx="2648306" cy="3852081"/>
            <a:chOff x="7123164" y="0"/>
            <a:chExt cx="4714875" cy="6858000"/>
          </a:xfrm>
        </p:grpSpPr>
        <p:pic>
          <p:nvPicPr>
            <p:cNvPr id="10" name="Picture 2" descr="Harry Potter Nendoroid — Harry Potter Database">
              <a:extLst>
                <a:ext uri="{FF2B5EF4-FFF2-40B4-BE49-F238E27FC236}">
                  <a16:creationId xmlns:a16="http://schemas.microsoft.com/office/drawing/2014/main" id="{6E85EF2A-D9FA-50B5-39B1-FEC5F70EB3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625" b="96250" l="10000" r="90000">
                          <a14:foregroundMark x1="48727" y1="7750" x2="60364" y2="4625"/>
                          <a14:foregroundMark x1="60364" y1="4625" x2="66545" y2="6125"/>
                          <a14:foregroundMark x1="37818" y1="91000" x2="44364" y2="91000"/>
                          <a14:foregroundMark x1="43455" y1="95875" x2="42727" y2="93000"/>
                          <a14:foregroundMark x1="58364" y1="96250" x2="57636" y2="9112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3164" y="0"/>
              <a:ext cx="4714875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01E002-4D3B-8E69-3D97-6C5F86314C7E}"/>
                </a:ext>
              </a:extLst>
            </p:cNvPr>
            <p:cNvSpPr/>
            <p:nvPr/>
          </p:nvSpPr>
          <p:spPr>
            <a:xfrm>
              <a:off x="8715218" y="1482664"/>
              <a:ext cx="168347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 fontScale="55000" lnSpcReduction="20000"/>
            </a:bodyPr>
            <a:lstStyle/>
            <a:p>
              <a:pPr algn="ctr"/>
              <a:r>
                <a:rPr lang="en-US" sz="5400" b="1" dirty="0">
                  <a:ln w="3175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chemeClr val="accent1">
                        <a:alpha val="30000"/>
                      </a:schemeClr>
                    </a:outerShdw>
                  </a:effectLst>
                </a:rPr>
                <a:t>Anti-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ED7FB9-45DE-687C-46DE-B84058A4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 (Exciting)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C249D-45B3-6B79-9E88-9122F7B8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029835"/>
          </a:xfrm>
        </p:spPr>
        <p:txBody>
          <a:bodyPr>
            <a:normAutofit/>
          </a:bodyPr>
          <a:lstStyle/>
          <a:p>
            <a:r>
              <a:rPr lang="en-US" sz="3600" dirty="0"/>
              <a:t>Implement Swapping </a:t>
            </a:r>
          </a:p>
          <a:p>
            <a:pPr lvl="1"/>
            <a:r>
              <a:rPr lang="en-US" sz="3200" dirty="0"/>
              <a:t>Anti-Slytherin </a:t>
            </a:r>
          </a:p>
          <a:p>
            <a:pPr lvl="1"/>
            <a:r>
              <a:rPr lang="en-US" sz="3200" dirty="0"/>
              <a:t>Ranking improvement </a:t>
            </a:r>
          </a:p>
          <a:p>
            <a:r>
              <a:rPr lang="en-US" sz="3600" dirty="0"/>
              <a:t>Relook at fragility (improved endgame)</a:t>
            </a:r>
          </a:p>
          <a:p>
            <a:r>
              <a:rPr lang="en-US" sz="3600" dirty="0"/>
              <a:t>Understand the full behavior (&lt;&gt;30)</a:t>
            </a:r>
          </a:p>
          <a:p>
            <a:r>
              <a:rPr lang="en-US" sz="3600" dirty="0"/>
              <a:t>Finding a graduate student ???</a:t>
            </a:r>
          </a:p>
          <a:p>
            <a:r>
              <a:rPr lang="en-US" sz="3600" dirty="0"/>
              <a:t>Make the tool accessible to others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A2AA7B-8287-4EA6-32ED-37D217029000}"/>
              </a:ext>
            </a:extLst>
          </p:cNvPr>
          <p:cNvGrpSpPr/>
          <p:nvPr/>
        </p:nvGrpSpPr>
        <p:grpSpPr>
          <a:xfrm>
            <a:off x="7958903" y="0"/>
            <a:ext cx="4714875" cy="6858000"/>
            <a:chOff x="7929410" y="0"/>
            <a:chExt cx="4714875" cy="6858000"/>
          </a:xfrm>
        </p:grpSpPr>
        <p:pic>
          <p:nvPicPr>
            <p:cNvPr id="5" name="Picture 2" descr="Harry Potter Nendoroid — Harry Potter Database">
              <a:extLst>
                <a:ext uri="{FF2B5EF4-FFF2-40B4-BE49-F238E27FC236}">
                  <a16:creationId xmlns:a16="http://schemas.microsoft.com/office/drawing/2014/main" id="{A2F8445F-699A-226B-E220-DBD5534500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625" b="96250" l="10000" r="90000">
                          <a14:foregroundMark x1="48727" y1="7750" x2="60364" y2="4625"/>
                          <a14:foregroundMark x1="60364" y1="4625" x2="66545" y2="6125"/>
                          <a14:foregroundMark x1="37818" y1="91000" x2="44364" y2="91000"/>
                          <a14:foregroundMark x1="43455" y1="95875" x2="42727" y2="93000"/>
                          <a14:foregroundMark x1="58364" y1="96250" x2="57636" y2="9112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9410" y="0"/>
              <a:ext cx="4714875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E3C63F-E6D2-5717-3EEB-78807FF3ABD2}"/>
                </a:ext>
              </a:extLst>
            </p:cNvPr>
            <p:cNvSpPr/>
            <p:nvPr/>
          </p:nvSpPr>
          <p:spPr>
            <a:xfrm>
              <a:off x="9521464" y="1482664"/>
              <a:ext cx="168347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Anti-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17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0596-4549-EF77-F900-2030730D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6B9B-2C67-0871-44AD-CC397F8F5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79911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Anti-Slytherin</a:t>
            </a:r>
            <a:r>
              <a:rPr lang="en-US" dirty="0"/>
              <a:t>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 Fairness-Centered Approach to Team Formation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DFC0AAD-FFA4-1310-4BF1-E97CAACAC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3490" y="3566914"/>
            <a:ext cx="8205020" cy="2387600"/>
          </a:xfrm>
          <a:ln w="38100">
            <a:solidFill>
              <a:schemeClr val="bg1">
                <a:lumMod val="85000"/>
              </a:schemeClr>
            </a:solidFill>
          </a:ln>
        </p:spPr>
        <p:txBody>
          <a:bodyPr tIns="91440" bIns="91440" anchor="ctr" anchorCtr="1">
            <a:normAutofit/>
          </a:bodyPr>
          <a:lstStyle/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sz="2800" b="1" dirty="0"/>
              <a:t>Mark Annett, JD, MS BME</a:t>
            </a:r>
          </a:p>
          <a:p>
            <a:r>
              <a:rPr lang="en-US" sz="2800" b="1" dirty="0"/>
              <a:t>Professor of Practice</a:t>
            </a:r>
          </a:p>
          <a:p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New Jersey Institute of Technology (NJIT)</a:t>
            </a:r>
          </a:p>
          <a:p>
            <a:r>
              <a:rPr lang="en-US" b="1" dirty="0"/>
              <a:t>Email: msa223@NJIT.edu</a:t>
            </a:r>
          </a:p>
        </p:txBody>
      </p:sp>
      <p:pic>
        <p:nvPicPr>
          <p:cNvPr id="3" name="Picture 4" descr="A bunch of question marks">
            <a:extLst>
              <a:ext uri="{FF2B5EF4-FFF2-40B4-BE49-F238E27FC236}">
                <a16:creationId xmlns:a16="http://schemas.microsoft.com/office/drawing/2014/main" id="{0D20042B-BFF2-3B7B-A03C-E0D1023ED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3910517"/>
            <a:ext cx="3248205" cy="271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unch of question marks">
            <a:extLst>
              <a:ext uri="{FF2B5EF4-FFF2-40B4-BE49-F238E27FC236}">
                <a16:creationId xmlns:a16="http://schemas.microsoft.com/office/drawing/2014/main" id="{0D8B7DE3-41DF-0A47-5F43-A44F1EB00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2829" y="3910516"/>
            <a:ext cx="3248205" cy="271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260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715</Words>
  <Application>Microsoft Office PowerPoint</Application>
  <PresentationFormat>Widescreen</PresentationFormat>
  <Paragraphs>145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Wingdings</vt:lpstr>
      <vt:lpstr>Office Theme</vt:lpstr>
      <vt:lpstr>Anti-Slytherin: A Fairness-Centered Approach to Team Formation</vt:lpstr>
      <vt:lpstr>Real-World Problem</vt:lpstr>
      <vt:lpstr>Problem</vt:lpstr>
      <vt:lpstr>Solution </vt:lpstr>
      <vt:lpstr>Solution </vt:lpstr>
      <vt:lpstr>Solution </vt:lpstr>
      <vt:lpstr>The Initial Algorithms</vt:lpstr>
      <vt:lpstr>Real-World Test</vt:lpstr>
      <vt:lpstr>Monte Carlo Simulation</vt:lpstr>
      <vt:lpstr>Results of 1,000 Trials 30 students / 30 proposals / X companies</vt:lpstr>
      <vt:lpstr>Results of 1,000 Trials 30 students / 30 proposals / X companies</vt:lpstr>
      <vt:lpstr>Results of 1,000 Trials 30 students / 30 proposals / X companies</vt:lpstr>
      <vt:lpstr>Results of 1,000 Trials 30 students / 30 proposals / X companies</vt:lpstr>
      <vt:lpstr>Results of 1,000 Trials 30 students / 30 proposals / X companies</vt:lpstr>
      <vt:lpstr>Disappointing</vt:lpstr>
      <vt:lpstr>Algorithm Structure</vt:lpstr>
      <vt:lpstr>New Strategy </vt:lpstr>
      <vt:lpstr>Results of 1,000 Trials (Criticality) 30 students / 30 proposals / X companies</vt:lpstr>
      <vt:lpstr>Results of 1,000 Trials (Criticality) 30 students / 30 proposals / X companies</vt:lpstr>
      <vt:lpstr>Results of 1,000 Trials (Criticality) 30 students / 30 proposals / X companies</vt:lpstr>
      <vt:lpstr>Still Not Close to Swappable</vt:lpstr>
      <vt:lpstr>Getting Radical</vt:lpstr>
      <vt:lpstr>Exciting Results</vt:lpstr>
      <vt:lpstr>Exciting Results</vt:lpstr>
      <vt:lpstr>Exciting Results</vt:lpstr>
      <vt:lpstr>Exciting Results</vt:lpstr>
      <vt:lpstr>Future Direction (Exciting) </vt:lpstr>
      <vt:lpstr>Anti-Slytherin: A Fairness-Centered Approach to Team 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Annett, Mark S</dc:creator>
  <cp:lastModifiedBy>Annett, Mark S</cp:lastModifiedBy>
  <cp:revision>1</cp:revision>
  <dcterms:created xsi:type="dcterms:W3CDTF">2026-02-19T14:25:47Z</dcterms:created>
  <dcterms:modified xsi:type="dcterms:W3CDTF">2026-02-20T16:29:12Z</dcterms:modified>
</cp:coreProperties>
</file>